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14" r:id="rId1"/>
  </p:sldMasterIdLst>
  <p:notesMasterIdLst>
    <p:notesMasterId r:id="rId40"/>
  </p:notesMasterIdLst>
  <p:sldIdLst>
    <p:sldId id="256" r:id="rId2"/>
    <p:sldId id="299" r:id="rId3"/>
    <p:sldId id="293" r:id="rId4"/>
    <p:sldId id="257" r:id="rId5"/>
    <p:sldId id="295" r:id="rId6"/>
    <p:sldId id="296" r:id="rId7"/>
    <p:sldId id="297" r:id="rId8"/>
    <p:sldId id="298" r:id="rId9"/>
    <p:sldId id="262" r:id="rId10"/>
    <p:sldId id="292" r:id="rId11"/>
    <p:sldId id="259" r:id="rId12"/>
    <p:sldId id="263" r:id="rId13"/>
    <p:sldId id="275" r:id="rId14"/>
    <p:sldId id="278" r:id="rId15"/>
    <p:sldId id="264" r:id="rId16"/>
    <p:sldId id="281" r:id="rId17"/>
    <p:sldId id="289" r:id="rId18"/>
    <p:sldId id="282" r:id="rId19"/>
    <p:sldId id="294" r:id="rId20"/>
    <p:sldId id="283" r:id="rId21"/>
    <p:sldId id="266" r:id="rId22"/>
    <p:sldId id="265" r:id="rId23"/>
    <p:sldId id="267" r:id="rId24"/>
    <p:sldId id="268" r:id="rId25"/>
    <p:sldId id="270" r:id="rId26"/>
    <p:sldId id="269" r:id="rId27"/>
    <p:sldId id="277" r:id="rId28"/>
    <p:sldId id="271" r:id="rId29"/>
    <p:sldId id="279" r:id="rId30"/>
    <p:sldId id="280" r:id="rId31"/>
    <p:sldId id="284" r:id="rId32"/>
    <p:sldId id="285" r:id="rId33"/>
    <p:sldId id="290" r:id="rId34"/>
    <p:sldId id="287" r:id="rId35"/>
    <p:sldId id="288" r:id="rId36"/>
    <p:sldId id="291" r:id="rId37"/>
    <p:sldId id="300" r:id="rId38"/>
    <p:sldId id="27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325AC5-78D7-41D8-90CE-A8934D38D6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8398C2-1876-4756-BCE8-828CCFD3769C}">
      <dgm:prSet/>
      <dgm:spPr/>
      <dgm:t>
        <a:bodyPr/>
        <a:lstStyle/>
        <a:p>
          <a:r>
            <a:rPr lang="pl-PL"/>
            <a:t>Stworzenie aplikacji prognozującej ceny złota na podstawie danych historycznych</a:t>
          </a:r>
          <a:endParaRPr lang="en-US"/>
        </a:p>
      </dgm:t>
    </dgm:pt>
    <dgm:pt modelId="{E5E367F6-F895-497E-B3BA-1CFB7E9818E8}" type="parTrans" cxnId="{4E726D03-5BD8-418D-A751-2665009C2892}">
      <dgm:prSet/>
      <dgm:spPr/>
      <dgm:t>
        <a:bodyPr/>
        <a:lstStyle/>
        <a:p>
          <a:endParaRPr lang="en-US"/>
        </a:p>
      </dgm:t>
    </dgm:pt>
    <dgm:pt modelId="{CFFB46A9-F31F-4865-9A5B-AD7BA7AB6E6F}" type="sibTrans" cxnId="{4E726D03-5BD8-418D-A751-2665009C2892}">
      <dgm:prSet/>
      <dgm:spPr/>
      <dgm:t>
        <a:bodyPr/>
        <a:lstStyle/>
        <a:p>
          <a:endParaRPr lang="en-US"/>
        </a:p>
      </dgm:t>
    </dgm:pt>
    <dgm:pt modelId="{7847EC36-732F-40B2-9B00-50E2F05D4F99}">
      <dgm:prSet/>
      <dgm:spPr/>
      <dgm:t>
        <a:bodyPr/>
        <a:lstStyle/>
        <a:p>
          <a:r>
            <a:rPr lang="pl-PL"/>
            <a:t>Zastosowanie modelu SARIMA do analizy szerego czasowego</a:t>
          </a:r>
          <a:endParaRPr lang="en-US"/>
        </a:p>
      </dgm:t>
    </dgm:pt>
    <dgm:pt modelId="{02A0DEED-581E-4D7F-AE05-ADDA99196468}" type="parTrans" cxnId="{AEE50305-A0D3-40C7-975F-45E0E4CD9ECE}">
      <dgm:prSet/>
      <dgm:spPr/>
      <dgm:t>
        <a:bodyPr/>
        <a:lstStyle/>
        <a:p>
          <a:endParaRPr lang="en-US"/>
        </a:p>
      </dgm:t>
    </dgm:pt>
    <dgm:pt modelId="{923829A4-1B07-4EBC-A37A-6ECD0450FBC8}" type="sibTrans" cxnId="{AEE50305-A0D3-40C7-975F-45E0E4CD9ECE}">
      <dgm:prSet/>
      <dgm:spPr/>
      <dgm:t>
        <a:bodyPr/>
        <a:lstStyle/>
        <a:p>
          <a:endParaRPr lang="en-US"/>
        </a:p>
      </dgm:t>
    </dgm:pt>
    <dgm:pt modelId="{7F01FA98-6DA4-414A-992B-DD6B75FBCF84}">
      <dgm:prSet/>
      <dgm:spPr/>
      <dgm:t>
        <a:bodyPr/>
        <a:lstStyle/>
        <a:p>
          <a:r>
            <a:rPr lang="pl-PL"/>
            <a:t>Udostępnienie prostego interfejsu użytkownika </a:t>
          </a:r>
          <a:endParaRPr lang="en-US"/>
        </a:p>
      </dgm:t>
    </dgm:pt>
    <dgm:pt modelId="{D5D740F3-43A5-4E4C-B913-FC7D803FD978}" type="parTrans" cxnId="{E8A7DFAE-2335-4EE7-AF95-A89391721766}">
      <dgm:prSet/>
      <dgm:spPr/>
      <dgm:t>
        <a:bodyPr/>
        <a:lstStyle/>
        <a:p>
          <a:endParaRPr lang="en-US"/>
        </a:p>
      </dgm:t>
    </dgm:pt>
    <dgm:pt modelId="{71901FA5-7823-4CF0-A147-78AEB8FF56C8}" type="sibTrans" cxnId="{E8A7DFAE-2335-4EE7-AF95-A89391721766}">
      <dgm:prSet/>
      <dgm:spPr/>
      <dgm:t>
        <a:bodyPr/>
        <a:lstStyle/>
        <a:p>
          <a:endParaRPr lang="en-US"/>
        </a:p>
      </dgm:t>
    </dgm:pt>
    <dgm:pt modelId="{6EAE418E-1973-459B-B5D3-33807CE1ACA0}">
      <dgm:prSet/>
      <dgm:spPr/>
      <dgm:t>
        <a:bodyPr/>
        <a:lstStyle/>
        <a:p>
          <a:r>
            <a:rPr lang="pl-PL"/>
            <a:t>Automatyczne pobieranie danych z Yahoo Finance po wybraniu odpowiedniej daty</a:t>
          </a:r>
          <a:endParaRPr lang="en-US"/>
        </a:p>
      </dgm:t>
    </dgm:pt>
    <dgm:pt modelId="{BBDD5B78-BDEC-4007-A022-D1001B997CB0}" type="parTrans" cxnId="{F233D90B-1C4F-4B8E-85AC-5CD6F304CF17}">
      <dgm:prSet/>
      <dgm:spPr/>
      <dgm:t>
        <a:bodyPr/>
        <a:lstStyle/>
        <a:p>
          <a:endParaRPr lang="en-US"/>
        </a:p>
      </dgm:t>
    </dgm:pt>
    <dgm:pt modelId="{5052789B-9097-4F0F-B8E5-329B70F97900}" type="sibTrans" cxnId="{F233D90B-1C4F-4B8E-85AC-5CD6F304CF17}">
      <dgm:prSet/>
      <dgm:spPr/>
      <dgm:t>
        <a:bodyPr/>
        <a:lstStyle/>
        <a:p>
          <a:endParaRPr lang="en-US"/>
        </a:p>
      </dgm:t>
    </dgm:pt>
    <dgm:pt modelId="{3A9ABB24-EC5C-4C40-B6B5-FA51F3F3D52A}" type="pres">
      <dgm:prSet presAssocID="{EB325AC5-78D7-41D8-90CE-A8934D38D6FB}" presName="linear" presStyleCnt="0">
        <dgm:presLayoutVars>
          <dgm:animLvl val="lvl"/>
          <dgm:resizeHandles val="exact"/>
        </dgm:presLayoutVars>
      </dgm:prSet>
      <dgm:spPr/>
    </dgm:pt>
    <dgm:pt modelId="{06172E60-A87D-49AB-AAB1-82869FDA843C}" type="pres">
      <dgm:prSet presAssocID="{F58398C2-1876-4756-BCE8-828CCFD376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279AA9-02A2-43D8-A39A-01D0E8A0328D}" type="pres">
      <dgm:prSet presAssocID="{CFFB46A9-F31F-4865-9A5B-AD7BA7AB6E6F}" presName="spacer" presStyleCnt="0"/>
      <dgm:spPr/>
    </dgm:pt>
    <dgm:pt modelId="{879C46BF-778F-460F-828E-B2C564C03BDC}" type="pres">
      <dgm:prSet presAssocID="{7847EC36-732F-40B2-9B00-50E2F05D4F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B61734-EAB7-4C5D-A84B-6258F3CE6EFC}" type="pres">
      <dgm:prSet presAssocID="{923829A4-1B07-4EBC-A37A-6ECD0450FBC8}" presName="spacer" presStyleCnt="0"/>
      <dgm:spPr/>
    </dgm:pt>
    <dgm:pt modelId="{218F1782-4736-413E-8F72-FF2B97AC87CE}" type="pres">
      <dgm:prSet presAssocID="{7F01FA98-6DA4-414A-992B-DD6B75FBCF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877398-C752-4D33-BC7F-0E37E25429C7}" type="pres">
      <dgm:prSet presAssocID="{71901FA5-7823-4CF0-A147-78AEB8FF56C8}" presName="spacer" presStyleCnt="0"/>
      <dgm:spPr/>
    </dgm:pt>
    <dgm:pt modelId="{E4938F39-A8EC-4866-B947-B7D9884D6AD7}" type="pres">
      <dgm:prSet presAssocID="{6EAE418E-1973-459B-B5D3-33807CE1ACA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E726D03-5BD8-418D-A751-2665009C2892}" srcId="{EB325AC5-78D7-41D8-90CE-A8934D38D6FB}" destId="{F58398C2-1876-4756-BCE8-828CCFD3769C}" srcOrd="0" destOrd="0" parTransId="{E5E367F6-F895-497E-B3BA-1CFB7E9818E8}" sibTransId="{CFFB46A9-F31F-4865-9A5B-AD7BA7AB6E6F}"/>
    <dgm:cxn modelId="{AEE50305-A0D3-40C7-975F-45E0E4CD9ECE}" srcId="{EB325AC5-78D7-41D8-90CE-A8934D38D6FB}" destId="{7847EC36-732F-40B2-9B00-50E2F05D4F99}" srcOrd="1" destOrd="0" parTransId="{02A0DEED-581E-4D7F-AE05-ADDA99196468}" sibTransId="{923829A4-1B07-4EBC-A37A-6ECD0450FBC8}"/>
    <dgm:cxn modelId="{F233D90B-1C4F-4B8E-85AC-5CD6F304CF17}" srcId="{EB325AC5-78D7-41D8-90CE-A8934D38D6FB}" destId="{6EAE418E-1973-459B-B5D3-33807CE1ACA0}" srcOrd="3" destOrd="0" parTransId="{BBDD5B78-BDEC-4007-A022-D1001B997CB0}" sibTransId="{5052789B-9097-4F0F-B8E5-329B70F97900}"/>
    <dgm:cxn modelId="{2F64B525-10D5-4E1E-9A77-B8FC6EA3AA80}" type="presOf" srcId="{7F01FA98-6DA4-414A-992B-DD6B75FBCF84}" destId="{218F1782-4736-413E-8F72-FF2B97AC87CE}" srcOrd="0" destOrd="0" presId="urn:microsoft.com/office/officeart/2005/8/layout/vList2"/>
    <dgm:cxn modelId="{09FEA646-4402-4260-86C3-2AA8872902B3}" type="presOf" srcId="{7847EC36-732F-40B2-9B00-50E2F05D4F99}" destId="{879C46BF-778F-460F-828E-B2C564C03BDC}" srcOrd="0" destOrd="0" presId="urn:microsoft.com/office/officeart/2005/8/layout/vList2"/>
    <dgm:cxn modelId="{74F83C8D-25CC-4460-997A-F666894D0024}" type="presOf" srcId="{EB325AC5-78D7-41D8-90CE-A8934D38D6FB}" destId="{3A9ABB24-EC5C-4C40-B6B5-FA51F3F3D52A}" srcOrd="0" destOrd="0" presId="urn:microsoft.com/office/officeart/2005/8/layout/vList2"/>
    <dgm:cxn modelId="{537B5B96-E07A-47C3-974D-7EEDFFDC34C5}" type="presOf" srcId="{F58398C2-1876-4756-BCE8-828CCFD3769C}" destId="{06172E60-A87D-49AB-AAB1-82869FDA843C}" srcOrd="0" destOrd="0" presId="urn:microsoft.com/office/officeart/2005/8/layout/vList2"/>
    <dgm:cxn modelId="{8EA30CAB-AE4D-41C7-B1CC-84F5E92A3AFC}" type="presOf" srcId="{6EAE418E-1973-459B-B5D3-33807CE1ACA0}" destId="{E4938F39-A8EC-4866-B947-B7D9884D6AD7}" srcOrd="0" destOrd="0" presId="urn:microsoft.com/office/officeart/2005/8/layout/vList2"/>
    <dgm:cxn modelId="{E8A7DFAE-2335-4EE7-AF95-A89391721766}" srcId="{EB325AC5-78D7-41D8-90CE-A8934D38D6FB}" destId="{7F01FA98-6DA4-414A-992B-DD6B75FBCF84}" srcOrd="2" destOrd="0" parTransId="{D5D740F3-43A5-4E4C-B913-FC7D803FD978}" sibTransId="{71901FA5-7823-4CF0-A147-78AEB8FF56C8}"/>
    <dgm:cxn modelId="{8F96C145-E8BC-431C-8B5A-FAF12B05FF6F}" type="presParOf" srcId="{3A9ABB24-EC5C-4C40-B6B5-FA51F3F3D52A}" destId="{06172E60-A87D-49AB-AAB1-82869FDA843C}" srcOrd="0" destOrd="0" presId="urn:microsoft.com/office/officeart/2005/8/layout/vList2"/>
    <dgm:cxn modelId="{D4289DEE-D242-43E3-99BB-7E9BE0951A2E}" type="presParOf" srcId="{3A9ABB24-EC5C-4C40-B6B5-FA51F3F3D52A}" destId="{96279AA9-02A2-43D8-A39A-01D0E8A0328D}" srcOrd="1" destOrd="0" presId="urn:microsoft.com/office/officeart/2005/8/layout/vList2"/>
    <dgm:cxn modelId="{10DA9CA7-D0E3-49FF-BBEF-738710E67EDE}" type="presParOf" srcId="{3A9ABB24-EC5C-4C40-B6B5-FA51F3F3D52A}" destId="{879C46BF-778F-460F-828E-B2C564C03BDC}" srcOrd="2" destOrd="0" presId="urn:microsoft.com/office/officeart/2005/8/layout/vList2"/>
    <dgm:cxn modelId="{65F1B7BC-20AD-49D3-B9A0-663499BDAE55}" type="presParOf" srcId="{3A9ABB24-EC5C-4C40-B6B5-FA51F3F3D52A}" destId="{DFB61734-EAB7-4C5D-A84B-6258F3CE6EFC}" srcOrd="3" destOrd="0" presId="urn:microsoft.com/office/officeart/2005/8/layout/vList2"/>
    <dgm:cxn modelId="{AB81BB91-C82F-4CA1-82E3-40A7C711F75F}" type="presParOf" srcId="{3A9ABB24-EC5C-4C40-B6B5-FA51F3F3D52A}" destId="{218F1782-4736-413E-8F72-FF2B97AC87CE}" srcOrd="4" destOrd="0" presId="urn:microsoft.com/office/officeart/2005/8/layout/vList2"/>
    <dgm:cxn modelId="{C1DE0FA2-5C46-4CFD-B013-6D816F3EC2C2}" type="presParOf" srcId="{3A9ABB24-EC5C-4C40-B6B5-FA51F3F3D52A}" destId="{3D877398-C752-4D33-BC7F-0E37E25429C7}" srcOrd="5" destOrd="0" presId="urn:microsoft.com/office/officeart/2005/8/layout/vList2"/>
    <dgm:cxn modelId="{D584292D-DF60-44DD-9ECF-A86CBC398D09}" type="presParOf" srcId="{3A9ABB24-EC5C-4C40-B6B5-FA51F3F3D52A}" destId="{E4938F39-A8EC-4866-B947-B7D9884D6AD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E5862-6C16-4C10-A3B6-96CCD152A6D8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52A87F6-75B7-4A79-AAC2-3E931E0F5E35}">
      <dgm:prSet/>
      <dgm:spPr/>
      <dgm:t>
        <a:bodyPr/>
        <a:lstStyle/>
        <a:p>
          <a:r>
            <a:rPr lang="pl-PL" b="1" i="0" baseline="0"/>
            <a:t>Użytkownik</a:t>
          </a:r>
          <a:endParaRPr lang="en-US" b="1" dirty="0"/>
        </a:p>
      </dgm:t>
    </dgm:pt>
    <dgm:pt modelId="{2C068448-EEDA-49D1-B7E7-16E9626EB0AD}" type="parTrans" cxnId="{94A7317B-D654-444D-9EF7-4FAB06F04043}">
      <dgm:prSet/>
      <dgm:spPr/>
      <dgm:t>
        <a:bodyPr/>
        <a:lstStyle/>
        <a:p>
          <a:endParaRPr lang="en-US"/>
        </a:p>
      </dgm:t>
    </dgm:pt>
    <dgm:pt modelId="{0E6B7015-B657-414D-A9AC-294155099022}" type="sibTrans" cxnId="{94A7317B-D654-444D-9EF7-4FAB06F04043}">
      <dgm:prSet/>
      <dgm:spPr/>
      <dgm:t>
        <a:bodyPr/>
        <a:lstStyle/>
        <a:p>
          <a:endParaRPr lang="en-US"/>
        </a:p>
      </dgm:t>
    </dgm:pt>
    <dgm:pt modelId="{FA1A0EBF-475E-4F52-8B25-E47965031DCA}">
      <dgm:prSet/>
      <dgm:spPr/>
      <dgm:t>
        <a:bodyPr/>
        <a:lstStyle/>
        <a:p>
          <a:r>
            <a:rPr lang="pl-PL" b="1" i="0" baseline="0"/>
            <a:t>Streamlit</a:t>
          </a:r>
          <a:r>
            <a:rPr lang="pl-PL" b="0" i="0" baseline="0"/>
            <a:t> – interfejs użytkownika</a:t>
          </a:r>
          <a:endParaRPr lang="en-US" dirty="0"/>
        </a:p>
      </dgm:t>
    </dgm:pt>
    <dgm:pt modelId="{8EFBA74C-CDE7-41E8-B2EC-9091E2272C1F}" type="parTrans" cxnId="{FB6C7CE7-C39E-4999-AE61-D1B254B8BBE1}">
      <dgm:prSet/>
      <dgm:spPr/>
      <dgm:t>
        <a:bodyPr/>
        <a:lstStyle/>
        <a:p>
          <a:endParaRPr lang="en-US"/>
        </a:p>
      </dgm:t>
    </dgm:pt>
    <dgm:pt modelId="{71BA6075-022E-44E8-9428-0553B921D571}" type="sibTrans" cxnId="{FB6C7CE7-C39E-4999-AE61-D1B254B8BBE1}">
      <dgm:prSet/>
      <dgm:spPr/>
      <dgm:t>
        <a:bodyPr/>
        <a:lstStyle/>
        <a:p>
          <a:endParaRPr lang="en-US"/>
        </a:p>
      </dgm:t>
    </dgm:pt>
    <dgm:pt modelId="{4AD6A2BC-C470-40C4-89AC-5254B70FE77C}">
      <dgm:prSet/>
      <dgm:spPr/>
      <dgm:t>
        <a:bodyPr/>
        <a:lstStyle/>
        <a:p>
          <a:r>
            <a:rPr lang="pl-PL" b="1" i="0" baseline="0" dirty="0"/>
            <a:t>Logika aplikacji - </a:t>
          </a:r>
          <a:r>
            <a:rPr lang="pl-PL" b="0" i="0" baseline="0" dirty="0" err="1"/>
            <a:t>python</a:t>
          </a:r>
          <a:r>
            <a:rPr lang="pl-PL" b="0" i="0" baseline="0" dirty="0"/>
            <a:t>, </a:t>
          </a:r>
          <a:r>
            <a:rPr lang="pl-PL" b="0" i="0" baseline="0" dirty="0" err="1"/>
            <a:t>pandas</a:t>
          </a:r>
          <a:r>
            <a:rPr lang="pl-PL" b="0" i="0" baseline="0" dirty="0"/>
            <a:t>/</a:t>
          </a:r>
          <a:r>
            <a:rPr lang="pl-PL" b="0" i="0" baseline="0" dirty="0" err="1"/>
            <a:t>NumPy</a:t>
          </a:r>
          <a:r>
            <a:rPr lang="pl-PL" b="0" i="0" baseline="0"/>
            <a:t>, statsmodels (SARIMA)</a:t>
          </a:r>
          <a:endParaRPr lang="en-US" dirty="0"/>
        </a:p>
      </dgm:t>
    </dgm:pt>
    <dgm:pt modelId="{01937CE5-CB88-49D2-9181-4337E442409F}" type="parTrans" cxnId="{C22D0D1D-3075-4D1A-83B1-68A8092FEF86}">
      <dgm:prSet/>
      <dgm:spPr/>
      <dgm:t>
        <a:bodyPr/>
        <a:lstStyle/>
        <a:p>
          <a:endParaRPr lang="en-US"/>
        </a:p>
      </dgm:t>
    </dgm:pt>
    <dgm:pt modelId="{58B39058-0A43-4575-B261-B2AD4EDED6E6}" type="sibTrans" cxnId="{C22D0D1D-3075-4D1A-83B1-68A8092FEF86}">
      <dgm:prSet/>
      <dgm:spPr/>
      <dgm:t>
        <a:bodyPr/>
        <a:lstStyle/>
        <a:p>
          <a:endParaRPr lang="en-US"/>
        </a:p>
      </dgm:t>
    </dgm:pt>
    <dgm:pt modelId="{3F5DC42A-4B53-45F2-85D9-D742590EF598}">
      <dgm:prSet/>
      <dgm:spPr/>
      <dgm:t>
        <a:bodyPr/>
        <a:lstStyle/>
        <a:p>
          <a:r>
            <a:rPr lang="pl-PL" b="1" i="0" baseline="0" dirty="0"/>
            <a:t>Yahoo Finance </a:t>
          </a:r>
          <a:r>
            <a:rPr lang="pl-PL" b="0" i="0" baseline="0" dirty="0"/>
            <a:t>– źródło danych historycznych</a:t>
          </a:r>
          <a:endParaRPr lang="en-US" dirty="0"/>
        </a:p>
      </dgm:t>
    </dgm:pt>
    <dgm:pt modelId="{9D77C6EE-774A-49C1-8442-5A3E91276107}" type="parTrans" cxnId="{90A0FE21-EC25-431F-8F48-CF13E4E5278D}">
      <dgm:prSet/>
      <dgm:spPr/>
      <dgm:t>
        <a:bodyPr/>
        <a:lstStyle/>
        <a:p>
          <a:endParaRPr lang="en-US"/>
        </a:p>
      </dgm:t>
    </dgm:pt>
    <dgm:pt modelId="{910A1EAE-5530-4580-A56D-32DA74EFF3C1}" type="sibTrans" cxnId="{90A0FE21-EC25-431F-8F48-CF13E4E5278D}">
      <dgm:prSet/>
      <dgm:spPr/>
      <dgm:t>
        <a:bodyPr/>
        <a:lstStyle/>
        <a:p>
          <a:endParaRPr lang="en-US"/>
        </a:p>
      </dgm:t>
    </dgm:pt>
    <dgm:pt modelId="{8A9A6F40-281E-47B3-A53E-007B956CEEFB}">
      <dgm:prSet/>
      <dgm:spPr/>
      <dgm:t>
        <a:bodyPr/>
        <a:lstStyle/>
        <a:p>
          <a:r>
            <a:rPr lang="pl-PL" b="1" dirty="0"/>
            <a:t>Prognoza</a:t>
          </a:r>
          <a:r>
            <a:rPr lang="pl-PL" dirty="0"/>
            <a:t> (obliczenia w SARIMA + wynik)</a:t>
          </a:r>
        </a:p>
      </dgm:t>
    </dgm:pt>
    <dgm:pt modelId="{6BD3EA35-FDBD-4431-9C71-5D8C2BFFD950}" type="parTrans" cxnId="{84E926E5-60B8-4862-B37E-D057FCC88EFD}">
      <dgm:prSet/>
      <dgm:spPr/>
      <dgm:t>
        <a:bodyPr/>
        <a:lstStyle/>
        <a:p>
          <a:endParaRPr lang="pl-PL"/>
        </a:p>
      </dgm:t>
    </dgm:pt>
    <dgm:pt modelId="{E706DA59-CEB1-4E7F-95EA-738A3D1AAC61}" type="sibTrans" cxnId="{84E926E5-60B8-4862-B37E-D057FCC88EFD}">
      <dgm:prSet/>
      <dgm:spPr/>
      <dgm:t>
        <a:bodyPr/>
        <a:lstStyle/>
        <a:p>
          <a:endParaRPr lang="en-US"/>
        </a:p>
      </dgm:t>
    </dgm:pt>
    <dgm:pt modelId="{5C57C4AD-7DE2-4F56-867C-9753565849B2}">
      <dgm:prSet/>
      <dgm:spPr/>
    </dgm:pt>
    <dgm:pt modelId="{31532DA9-17D4-4C99-A82E-06D8CDF23808}" type="parTrans" cxnId="{08CF6A16-2E12-43E4-81DD-03E6ADBAB033}">
      <dgm:prSet/>
      <dgm:spPr/>
      <dgm:t>
        <a:bodyPr/>
        <a:lstStyle/>
        <a:p>
          <a:endParaRPr lang="pl-PL"/>
        </a:p>
      </dgm:t>
    </dgm:pt>
    <dgm:pt modelId="{A2E73510-53F8-489C-A5B2-1B5BF657D3D1}" type="sibTrans" cxnId="{08CF6A16-2E12-43E4-81DD-03E6ADBAB033}">
      <dgm:prSet/>
      <dgm:spPr/>
      <dgm:t>
        <a:bodyPr/>
        <a:lstStyle/>
        <a:p>
          <a:endParaRPr lang="pl-PL"/>
        </a:p>
      </dgm:t>
    </dgm:pt>
    <dgm:pt modelId="{3105DCFC-0CE1-480F-B357-44BE8C822768}" type="pres">
      <dgm:prSet presAssocID="{3DBE5862-6C16-4C10-A3B6-96CCD152A6D8}" presName="outerComposite" presStyleCnt="0">
        <dgm:presLayoutVars>
          <dgm:chMax val="5"/>
          <dgm:dir/>
          <dgm:resizeHandles val="exact"/>
        </dgm:presLayoutVars>
      </dgm:prSet>
      <dgm:spPr/>
    </dgm:pt>
    <dgm:pt modelId="{284A8308-E27C-4521-BB14-09B79BB1B046}" type="pres">
      <dgm:prSet presAssocID="{3DBE5862-6C16-4C10-A3B6-96CCD152A6D8}" presName="dummyMaxCanvas" presStyleCnt="0">
        <dgm:presLayoutVars/>
      </dgm:prSet>
      <dgm:spPr/>
    </dgm:pt>
    <dgm:pt modelId="{27E44135-4AC5-4E40-8950-27CAB7121655}" type="pres">
      <dgm:prSet presAssocID="{3DBE5862-6C16-4C10-A3B6-96CCD152A6D8}" presName="FiveNodes_1" presStyleLbl="node1" presStyleIdx="0" presStyleCnt="5">
        <dgm:presLayoutVars>
          <dgm:bulletEnabled val="1"/>
        </dgm:presLayoutVars>
      </dgm:prSet>
      <dgm:spPr/>
    </dgm:pt>
    <dgm:pt modelId="{C4101594-C990-4550-A30A-4A3CD1088082}" type="pres">
      <dgm:prSet presAssocID="{3DBE5862-6C16-4C10-A3B6-96CCD152A6D8}" presName="FiveNodes_2" presStyleLbl="node1" presStyleIdx="1" presStyleCnt="5">
        <dgm:presLayoutVars>
          <dgm:bulletEnabled val="1"/>
        </dgm:presLayoutVars>
      </dgm:prSet>
      <dgm:spPr/>
    </dgm:pt>
    <dgm:pt modelId="{078AD4A1-5082-4FF4-A367-211D711D3B37}" type="pres">
      <dgm:prSet presAssocID="{3DBE5862-6C16-4C10-A3B6-96CCD152A6D8}" presName="FiveNodes_3" presStyleLbl="node1" presStyleIdx="2" presStyleCnt="5">
        <dgm:presLayoutVars>
          <dgm:bulletEnabled val="1"/>
        </dgm:presLayoutVars>
      </dgm:prSet>
      <dgm:spPr/>
    </dgm:pt>
    <dgm:pt modelId="{BFEC534A-D933-4064-BAFE-D8A47868299A}" type="pres">
      <dgm:prSet presAssocID="{3DBE5862-6C16-4C10-A3B6-96CCD152A6D8}" presName="FiveNodes_4" presStyleLbl="node1" presStyleIdx="3" presStyleCnt="5">
        <dgm:presLayoutVars>
          <dgm:bulletEnabled val="1"/>
        </dgm:presLayoutVars>
      </dgm:prSet>
      <dgm:spPr/>
    </dgm:pt>
    <dgm:pt modelId="{4BDBE959-8CC1-4ED9-B321-2199EF69B6AC}" type="pres">
      <dgm:prSet presAssocID="{3DBE5862-6C16-4C10-A3B6-96CCD152A6D8}" presName="FiveNodes_5" presStyleLbl="node1" presStyleIdx="4" presStyleCnt="5">
        <dgm:presLayoutVars>
          <dgm:bulletEnabled val="1"/>
        </dgm:presLayoutVars>
      </dgm:prSet>
      <dgm:spPr/>
    </dgm:pt>
    <dgm:pt modelId="{9E1D2CF6-EA4B-4FBB-A2FD-7665DF75FBF6}" type="pres">
      <dgm:prSet presAssocID="{3DBE5862-6C16-4C10-A3B6-96CCD152A6D8}" presName="FiveConn_1-2" presStyleLbl="fgAccFollowNode1" presStyleIdx="0" presStyleCnt="4">
        <dgm:presLayoutVars>
          <dgm:bulletEnabled val="1"/>
        </dgm:presLayoutVars>
      </dgm:prSet>
      <dgm:spPr/>
    </dgm:pt>
    <dgm:pt modelId="{2058E84F-3E23-4C30-B0CA-97F9CF6C824A}" type="pres">
      <dgm:prSet presAssocID="{3DBE5862-6C16-4C10-A3B6-96CCD152A6D8}" presName="FiveConn_2-3" presStyleLbl="fgAccFollowNode1" presStyleIdx="1" presStyleCnt="4">
        <dgm:presLayoutVars>
          <dgm:bulletEnabled val="1"/>
        </dgm:presLayoutVars>
      </dgm:prSet>
      <dgm:spPr/>
    </dgm:pt>
    <dgm:pt modelId="{5300ACC0-18F8-401C-BD7A-DEA9E396A1EC}" type="pres">
      <dgm:prSet presAssocID="{3DBE5862-6C16-4C10-A3B6-96CCD152A6D8}" presName="FiveConn_3-4" presStyleLbl="fgAccFollowNode1" presStyleIdx="2" presStyleCnt="4">
        <dgm:presLayoutVars>
          <dgm:bulletEnabled val="1"/>
        </dgm:presLayoutVars>
      </dgm:prSet>
      <dgm:spPr/>
    </dgm:pt>
    <dgm:pt modelId="{9EE33764-7726-4878-948E-6B4B2F43EFAA}" type="pres">
      <dgm:prSet presAssocID="{3DBE5862-6C16-4C10-A3B6-96CCD152A6D8}" presName="FiveConn_4-5" presStyleLbl="fgAccFollowNode1" presStyleIdx="3" presStyleCnt="4">
        <dgm:presLayoutVars>
          <dgm:bulletEnabled val="1"/>
        </dgm:presLayoutVars>
      </dgm:prSet>
      <dgm:spPr/>
    </dgm:pt>
    <dgm:pt modelId="{80080D1B-0B58-476B-8766-BB58C5D975BE}" type="pres">
      <dgm:prSet presAssocID="{3DBE5862-6C16-4C10-A3B6-96CCD152A6D8}" presName="FiveNodes_1_text" presStyleLbl="node1" presStyleIdx="4" presStyleCnt="5">
        <dgm:presLayoutVars>
          <dgm:bulletEnabled val="1"/>
        </dgm:presLayoutVars>
      </dgm:prSet>
      <dgm:spPr/>
    </dgm:pt>
    <dgm:pt modelId="{F9E89906-CCCE-42AD-95FF-89C67C77AC44}" type="pres">
      <dgm:prSet presAssocID="{3DBE5862-6C16-4C10-A3B6-96CCD152A6D8}" presName="FiveNodes_2_text" presStyleLbl="node1" presStyleIdx="4" presStyleCnt="5">
        <dgm:presLayoutVars>
          <dgm:bulletEnabled val="1"/>
        </dgm:presLayoutVars>
      </dgm:prSet>
      <dgm:spPr/>
    </dgm:pt>
    <dgm:pt modelId="{D8A285F3-3AA7-45FE-959C-420D2F0D121D}" type="pres">
      <dgm:prSet presAssocID="{3DBE5862-6C16-4C10-A3B6-96CCD152A6D8}" presName="FiveNodes_3_text" presStyleLbl="node1" presStyleIdx="4" presStyleCnt="5">
        <dgm:presLayoutVars>
          <dgm:bulletEnabled val="1"/>
        </dgm:presLayoutVars>
      </dgm:prSet>
      <dgm:spPr/>
    </dgm:pt>
    <dgm:pt modelId="{6C6EF13F-DDA8-4FD3-BCD6-27771FE3D851}" type="pres">
      <dgm:prSet presAssocID="{3DBE5862-6C16-4C10-A3B6-96CCD152A6D8}" presName="FiveNodes_4_text" presStyleLbl="node1" presStyleIdx="4" presStyleCnt="5">
        <dgm:presLayoutVars>
          <dgm:bulletEnabled val="1"/>
        </dgm:presLayoutVars>
      </dgm:prSet>
      <dgm:spPr/>
    </dgm:pt>
    <dgm:pt modelId="{833FFD44-26A4-4D85-B971-9E184C521BA5}" type="pres">
      <dgm:prSet presAssocID="{3DBE5862-6C16-4C10-A3B6-96CCD152A6D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E9EA007-21CD-451D-B587-7C39E4C60594}" type="presOf" srcId="{4AD6A2BC-C470-40C4-89AC-5254B70FE77C}" destId="{D8A285F3-3AA7-45FE-959C-420D2F0D121D}" srcOrd="1" destOrd="0" presId="urn:microsoft.com/office/officeart/2005/8/layout/vProcess5"/>
    <dgm:cxn modelId="{08CF6A16-2E12-43E4-81DD-03E6ADBAB033}" srcId="{3DBE5862-6C16-4C10-A3B6-96CCD152A6D8}" destId="{5C57C4AD-7DE2-4F56-867C-9753565849B2}" srcOrd="5" destOrd="0" parTransId="{31532DA9-17D4-4C99-A82E-06D8CDF23808}" sibTransId="{A2E73510-53F8-489C-A5B2-1B5BF657D3D1}"/>
    <dgm:cxn modelId="{734DFD1B-74F3-4088-8188-C2EBC97D7D13}" type="presOf" srcId="{3DBE5862-6C16-4C10-A3B6-96CCD152A6D8}" destId="{3105DCFC-0CE1-480F-B357-44BE8C822768}" srcOrd="0" destOrd="0" presId="urn:microsoft.com/office/officeart/2005/8/layout/vProcess5"/>
    <dgm:cxn modelId="{C22D0D1D-3075-4D1A-83B1-68A8092FEF86}" srcId="{3DBE5862-6C16-4C10-A3B6-96CCD152A6D8}" destId="{4AD6A2BC-C470-40C4-89AC-5254B70FE77C}" srcOrd="2" destOrd="0" parTransId="{01937CE5-CB88-49D2-9181-4337E442409F}" sibTransId="{58B39058-0A43-4575-B261-B2AD4EDED6E6}"/>
    <dgm:cxn modelId="{90A0FE21-EC25-431F-8F48-CF13E4E5278D}" srcId="{3DBE5862-6C16-4C10-A3B6-96CCD152A6D8}" destId="{3F5DC42A-4B53-45F2-85D9-D742590EF598}" srcOrd="3" destOrd="0" parTransId="{9D77C6EE-774A-49C1-8442-5A3E91276107}" sibTransId="{910A1EAE-5530-4580-A56D-32DA74EFF3C1}"/>
    <dgm:cxn modelId="{19C76D2F-5B37-4F45-B1FF-F936F04CD474}" type="presOf" srcId="{71BA6075-022E-44E8-9428-0553B921D571}" destId="{2058E84F-3E23-4C30-B0CA-97F9CF6C824A}" srcOrd="0" destOrd="0" presId="urn:microsoft.com/office/officeart/2005/8/layout/vProcess5"/>
    <dgm:cxn modelId="{C9264E32-BD10-4028-AAEC-73061A95869A}" type="presOf" srcId="{352A87F6-75B7-4A79-AAC2-3E931E0F5E35}" destId="{27E44135-4AC5-4E40-8950-27CAB7121655}" srcOrd="0" destOrd="0" presId="urn:microsoft.com/office/officeart/2005/8/layout/vProcess5"/>
    <dgm:cxn modelId="{1FF98F32-973C-4085-AA73-E8B4B9470C73}" type="presOf" srcId="{FA1A0EBF-475E-4F52-8B25-E47965031DCA}" destId="{C4101594-C990-4550-A30A-4A3CD1088082}" srcOrd="0" destOrd="0" presId="urn:microsoft.com/office/officeart/2005/8/layout/vProcess5"/>
    <dgm:cxn modelId="{278DD033-1513-442B-B7FC-C7A709E9A377}" type="presOf" srcId="{8A9A6F40-281E-47B3-A53E-007B956CEEFB}" destId="{4BDBE959-8CC1-4ED9-B321-2199EF69B6AC}" srcOrd="0" destOrd="0" presId="urn:microsoft.com/office/officeart/2005/8/layout/vProcess5"/>
    <dgm:cxn modelId="{F70FB264-E687-4A00-B13F-CB24E20D603F}" type="presOf" srcId="{4AD6A2BC-C470-40C4-89AC-5254B70FE77C}" destId="{078AD4A1-5082-4FF4-A367-211D711D3B37}" srcOrd="0" destOrd="0" presId="urn:microsoft.com/office/officeart/2005/8/layout/vProcess5"/>
    <dgm:cxn modelId="{4CB2FE53-E11A-4C66-93CA-2CCBF6BBAAE9}" type="presOf" srcId="{352A87F6-75B7-4A79-AAC2-3E931E0F5E35}" destId="{80080D1B-0B58-476B-8766-BB58C5D975BE}" srcOrd="1" destOrd="0" presId="urn:microsoft.com/office/officeart/2005/8/layout/vProcess5"/>
    <dgm:cxn modelId="{1D1D5D55-0692-42D0-8354-F8F1B95C55A2}" type="presOf" srcId="{8A9A6F40-281E-47B3-A53E-007B956CEEFB}" destId="{833FFD44-26A4-4D85-B971-9E184C521BA5}" srcOrd="1" destOrd="0" presId="urn:microsoft.com/office/officeart/2005/8/layout/vProcess5"/>
    <dgm:cxn modelId="{94A7317B-D654-444D-9EF7-4FAB06F04043}" srcId="{3DBE5862-6C16-4C10-A3B6-96CCD152A6D8}" destId="{352A87F6-75B7-4A79-AAC2-3E931E0F5E35}" srcOrd="0" destOrd="0" parTransId="{2C068448-EEDA-49D1-B7E7-16E9626EB0AD}" sibTransId="{0E6B7015-B657-414D-A9AC-294155099022}"/>
    <dgm:cxn modelId="{9965789E-8A78-4B8B-892C-B35C7FD63385}" type="presOf" srcId="{58B39058-0A43-4575-B261-B2AD4EDED6E6}" destId="{5300ACC0-18F8-401C-BD7A-DEA9E396A1EC}" srcOrd="0" destOrd="0" presId="urn:microsoft.com/office/officeart/2005/8/layout/vProcess5"/>
    <dgm:cxn modelId="{8DD01BAB-A61B-4E55-92A9-AB066A3A6DB7}" type="presOf" srcId="{FA1A0EBF-475E-4F52-8B25-E47965031DCA}" destId="{F9E89906-CCCE-42AD-95FF-89C67C77AC44}" srcOrd="1" destOrd="0" presId="urn:microsoft.com/office/officeart/2005/8/layout/vProcess5"/>
    <dgm:cxn modelId="{32623CC4-9378-42C0-AE8F-0E6C7C0FEE4E}" type="presOf" srcId="{910A1EAE-5530-4580-A56D-32DA74EFF3C1}" destId="{9EE33764-7726-4878-948E-6B4B2F43EFAA}" srcOrd="0" destOrd="0" presId="urn:microsoft.com/office/officeart/2005/8/layout/vProcess5"/>
    <dgm:cxn modelId="{A6FD12CF-F219-484D-B1EA-8E58F3C11AE0}" type="presOf" srcId="{0E6B7015-B657-414D-A9AC-294155099022}" destId="{9E1D2CF6-EA4B-4FBB-A2FD-7665DF75FBF6}" srcOrd="0" destOrd="0" presId="urn:microsoft.com/office/officeart/2005/8/layout/vProcess5"/>
    <dgm:cxn modelId="{84E926E5-60B8-4862-B37E-D057FCC88EFD}" srcId="{3DBE5862-6C16-4C10-A3B6-96CCD152A6D8}" destId="{8A9A6F40-281E-47B3-A53E-007B956CEEFB}" srcOrd="4" destOrd="0" parTransId="{6BD3EA35-FDBD-4431-9C71-5D8C2BFFD950}" sibTransId="{E706DA59-CEB1-4E7F-95EA-738A3D1AAC61}"/>
    <dgm:cxn modelId="{FB6C7CE7-C39E-4999-AE61-D1B254B8BBE1}" srcId="{3DBE5862-6C16-4C10-A3B6-96CCD152A6D8}" destId="{FA1A0EBF-475E-4F52-8B25-E47965031DCA}" srcOrd="1" destOrd="0" parTransId="{8EFBA74C-CDE7-41E8-B2EC-9091E2272C1F}" sibTransId="{71BA6075-022E-44E8-9428-0553B921D571}"/>
    <dgm:cxn modelId="{5A20AFF0-5D6B-4F3C-910C-E751385D06C7}" type="presOf" srcId="{3F5DC42A-4B53-45F2-85D9-D742590EF598}" destId="{6C6EF13F-DDA8-4FD3-BCD6-27771FE3D851}" srcOrd="1" destOrd="0" presId="urn:microsoft.com/office/officeart/2005/8/layout/vProcess5"/>
    <dgm:cxn modelId="{5E06EBFB-206C-4CAD-8575-6816F3CB04E1}" type="presOf" srcId="{3F5DC42A-4B53-45F2-85D9-D742590EF598}" destId="{BFEC534A-D933-4064-BAFE-D8A47868299A}" srcOrd="0" destOrd="0" presId="urn:microsoft.com/office/officeart/2005/8/layout/vProcess5"/>
    <dgm:cxn modelId="{30E31058-7548-4CA6-9758-893CF64FF24B}" type="presParOf" srcId="{3105DCFC-0CE1-480F-B357-44BE8C822768}" destId="{284A8308-E27C-4521-BB14-09B79BB1B046}" srcOrd="0" destOrd="0" presId="urn:microsoft.com/office/officeart/2005/8/layout/vProcess5"/>
    <dgm:cxn modelId="{061BD24E-01CC-4011-9CB5-B8BAB38473F0}" type="presParOf" srcId="{3105DCFC-0CE1-480F-B357-44BE8C822768}" destId="{27E44135-4AC5-4E40-8950-27CAB7121655}" srcOrd="1" destOrd="0" presId="urn:microsoft.com/office/officeart/2005/8/layout/vProcess5"/>
    <dgm:cxn modelId="{47F26242-F2CA-4F9B-829C-48E78012828B}" type="presParOf" srcId="{3105DCFC-0CE1-480F-B357-44BE8C822768}" destId="{C4101594-C990-4550-A30A-4A3CD1088082}" srcOrd="2" destOrd="0" presId="urn:microsoft.com/office/officeart/2005/8/layout/vProcess5"/>
    <dgm:cxn modelId="{D3CA1805-79B8-424A-B785-87519CEBE0AE}" type="presParOf" srcId="{3105DCFC-0CE1-480F-B357-44BE8C822768}" destId="{078AD4A1-5082-4FF4-A367-211D711D3B37}" srcOrd="3" destOrd="0" presId="urn:microsoft.com/office/officeart/2005/8/layout/vProcess5"/>
    <dgm:cxn modelId="{17B8F1AD-1484-4740-828A-85E5F41BD719}" type="presParOf" srcId="{3105DCFC-0CE1-480F-B357-44BE8C822768}" destId="{BFEC534A-D933-4064-BAFE-D8A47868299A}" srcOrd="4" destOrd="0" presId="urn:microsoft.com/office/officeart/2005/8/layout/vProcess5"/>
    <dgm:cxn modelId="{0A07BB6F-0C72-4633-B371-170F387FC59D}" type="presParOf" srcId="{3105DCFC-0CE1-480F-B357-44BE8C822768}" destId="{4BDBE959-8CC1-4ED9-B321-2199EF69B6AC}" srcOrd="5" destOrd="0" presId="urn:microsoft.com/office/officeart/2005/8/layout/vProcess5"/>
    <dgm:cxn modelId="{808EC608-0BBC-49EF-A7CB-9ECD98992CCD}" type="presParOf" srcId="{3105DCFC-0CE1-480F-B357-44BE8C822768}" destId="{9E1D2CF6-EA4B-4FBB-A2FD-7665DF75FBF6}" srcOrd="6" destOrd="0" presId="urn:microsoft.com/office/officeart/2005/8/layout/vProcess5"/>
    <dgm:cxn modelId="{1EBA6639-C493-4BF3-B57D-E1D9B440E0A9}" type="presParOf" srcId="{3105DCFC-0CE1-480F-B357-44BE8C822768}" destId="{2058E84F-3E23-4C30-B0CA-97F9CF6C824A}" srcOrd="7" destOrd="0" presId="urn:microsoft.com/office/officeart/2005/8/layout/vProcess5"/>
    <dgm:cxn modelId="{9A8C1992-0097-417B-AB31-37F485218703}" type="presParOf" srcId="{3105DCFC-0CE1-480F-B357-44BE8C822768}" destId="{5300ACC0-18F8-401C-BD7A-DEA9E396A1EC}" srcOrd="8" destOrd="0" presId="urn:microsoft.com/office/officeart/2005/8/layout/vProcess5"/>
    <dgm:cxn modelId="{8CC7247A-81C7-4766-AD8A-0D01B842287F}" type="presParOf" srcId="{3105DCFC-0CE1-480F-B357-44BE8C822768}" destId="{9EE33764-7726-4878-948E-6B4B2F43EFAA}" srcOrd="9" destOrd="0" presId="urn:microsoft.com/office/officeart/2005/8/layout/vProcess5"/>
    <dgm:cxn modelId="{D8774794-7B00-4219-A5D2-E1E2E54ED9FD}" type="presParOf" srcId="{3105DCFC-0CE1-480F-B357-44BE8C822768}" destId="{80080D1B-0B58-476B-8766-BB58C5D975BE}" srcOrd="10" destOrd="0" presId="urn:microsoft.com/office/officeart/2005/8/layout/vProcess5"/>
    <dgm:cxn modelId="{DB0FEC64-C904-496D-A8BA-DE7E17F84E1C}" type="presParOf" srcId="{3105DCFC-0CE1-480F-B357-44BE8C822768}" destId="{F9E89906-CCCE-42AD-95FF-89C67C77AC44}" srcOrd="11" destOrd="0" presId="urn:microsoft.com/office/officeart/2005/8/layout/vProcess5"/>
    <dgm:cxn modelId="{B016AD91-D0F9-4D80-A587-3088A5161B8A}" type="presParOf" srcId="{3105DCFC-0CE1-480F-B357-44BE8C822768}" destId="{D8A285F3-3AA7-45FE-959C-420D2F0D121D}" srcOrd="12" destOrd="0" presId="urn:microsoft.com/office/officeart/2005/8/layout/vProcess5"/>
    <dgm:cxn modelId="{8611A6A4-AFA1-41F8-93B8-7706DB1D685C}" type="presParOf" srcId="{3105DCFC-0CE1-480F-B357-44BE8C822768}" destId="{6C6EF13F-DDA8-4FD3-BCD6-27771FE3D851}" srcOrd="13" destOrd="0" presId="urn:microsoft.com/office/officeart/2005/8/layout/vProcess5"/>
    <dgm:cxn modelId="{27AA17BE-A2A5-44A9-8C2A-20E26FA3A030}" type="presParOf" srcId="{3105DCFC-0CE1-480F-B357-44BE8C822768}" destId="{833FFD44-26A4-4D85-B971-9E184C521BA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BE5862-6C16-4C10-A3B6-96CCD152A6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52A87F6-75B7-4A79-AAC2-3E931E0F5E35}">
      <dgm:prSet/>
      <dgm:spPr/>
      <dgm:t>
        <a:bodyPr/>
        <a:lstStyle/>
        <a:p>
          <a:r>
            <a:rPr lang="pl-PL" b="0" i="0" baseline="0"/>
            <a:t>Aplikacja służy do </a:t>
          </a:r>
          <a:r>
            <a:rPr lang="pl-PL" b="1" i="0" baseline="0"/>
            <a:t>prognozowania przyszłych cen złota</a:t>
          </a:r>
          <a:r>
            <a:rPr lang="pl-PL" b="0" i="0" baseline="0"/>
            <a:t>.</a:t>
          </a:r>
          <a:endParaRPr lang="en-US"/>
        </a:p>
      </dgm:t>
    </dgm:pt>
    <dgm:pt modelId="{2C068448-EEDA-49D1-B7E7-16E9626EB0AD}" type="parTrans" cxnId="{94A7317B-D654-444D-9EF7-4FAB06F04043}">
      <dgm:prSet/>
      <dgm:spPr/>
      <dgm:t>
        <a:bodyPr/>
        <a:lstStyle/>
        <a:p>
          <a:endParaRPr lang="en-US"/>
        </a:p>
      </dgm:t>
    </dgm:pt>
    <dgm:pt modelId="{0E6B7015-B657-414D-A9AC-294155099022}" type="sibTrans" cxnId="{94A7317B-D654-444D-9EF7-4FAB06F04043}">
      <dgm:prSet/>
      <dgm:spPr/>
      <dgm:t>
        <a:bodyPr/>
        <a:lstStyle/>
        <a:p>
          <a:endParaRPr lang="en-US"/>
        </a:p>
      </dgm:t>
    </dgm:pt>
    <dgm:pt modelId="{FA1A0EBF-475E-4F52-8B25-E47965031DCA}">
      <dgm:prSet/>
      <dgm:spPr/>
      <dgm:t>
        <a:bodyPr/>
        <a:lstStyle/>
        <a:p>
          <a:r>
            <a:rPr lang="pl-PL" b="0" i="0" baseline="0"/>
            <a:t>Wykorzystuje dane z </a:t>
          </a:r>
          <a:r>
            <a:rPr lang="pl-PL" b="1" i="0" baseline="0"/>
            <a:t>Yahoo Finance</a:t>
          </a:r>
          <a:r>
            <a:rPr lang="pl-PL" b="0" i="0" baseline="0"/>
            <a:t>.</a:t>
          </a:r>
          <a:endParaRPr lang="en-US"/>
        </a:p>
      </dgm:t>
    </dgm:pt>
    <dgm:pt modelId="{8EFBA74C-CDE7-41E8-B2EC-9091E2272C1F}" type="parTrans" cxnId="{FB6C7CE7-C39E-4999-AE61-D1B254B8BBE1}">
      <dgm:prSet/>
      <dgm:spPr/>
      <dgm:t>
        <a:bodyPr/>
        <a:lstStyle/>
        <a:p>
          <a:endParaRPr lang="en-US"/>
        </a:p>
      </dgm:t>
    </dgm:pt>
    <dgm:pt modelId="{71BA6075-022E-44E8-9428-0553B921D571}" type="sibTrans" cxnId="{FB6C7CE7-C39E-4999-AE61-D1B254B8BBE1}">
      <dgm:prSet/>
      <dgm:spPr/>
      <dgm:t>
        <a:bodyPr/>
        <a:lstStyle/>
        <a:p>
          <a:endParaRPr lang="en-US"/>
        </a:p>
      </dgm:t>
    </dgm:pt>
    <dgm:pt modelId="{4AD6A2BC-C470-40C4-89AC-5254B70FE77C}">
      <dgm:prSet/>
      <dgm:spPr/>
      <dgm:t>
        <a:bodyPr/>
        <a:lstStyle/>
        <a:p>
          <a:r>
            <a:rPr lang="pl-PL" b="0" i="0" baseline="0" dirty="0"/>
            <a:t>Model predykcyjny: </a:t>
          </a:r>
          <a:r>
            <a:rPr lang="pl-PL" b="1" i="0" baseline="0" dirty="0"/>
            <a:t>SARIMA</a:t>
          </a:r>
          <a:r>
            <a:rPr lang="pl-PL" b="0" i="0" baseline="0" dirty="0"/>
            <a:t>.</a:t>
          </a:r>
          <a:endParaRPr lang="en-US" dirty="0"/>
        </a:p>
      </dgm:t>
    </dgm:pt>
    <dgm:pt modelId="{01937CE5-CB88-49D2-9181-4337E442409F}" type="parTrans" cxnId="{C22D0D1D-3075-4D1A-83B1-68A8092FEF86}">
      <dgm:prSet/>
      <dgm:spPr/>
      <dgm:t>
        <a:bodyPr/>
        <a:lstStyle/>
        <a:p>
          <a:endParaRPr lang="en-US"/>
        </a:p>
      </dgm:t>
    </dgm:pt>
    <dgm:pt modelId="{58B39058-0A43-4575-B261-B2AD4EDED6E6}" type="sibTrans" cxnId="{C22D0D1D-3075-4D1A-83B1-68A8092FEF86}">
      <dgm:prSet/>
      <dgm:spPr/>
      <dgm:t>
        <a:bodyPr/>
        <a:lstStyle/>
        <a:p>
          <a:endParaRPr lang="en-US"/>
        </a:p>
      </dgm:t>
    </dgm:pt>
    <dgm:pt modelId="{3F5DC42A-4B53-45F2-85D9-D742590EF598}">
      <dgm:prSet/>
      <dgm:spPr/>
      <dgm:t>
        <a:bodyPr/>
        <a:lstStyle/>
        <a:p>
          <a:r>
            <a:rPr lang="pl-PL" b="0" i="0" baseline="0"/>
            <a:t>Umożliwia wybór zakresu danych i parametrów ceny</a:t>
          </a:r>
          <a:endParaRPr lang="en-US"/>
        </a:p>
      </dgm:t>
    </dgm:pt>
    <dgm:pt modelId="{9D77C6EE-774A-49C1-8442-5A3E91276107}" type="parTrans" cxnId="{90A0FE21-EC25-431F-8F48-CF13E4E5278D}">
      <dgm:prSet/>
      <dgm:spPr/>
      <dgm:t>
        <a:bodyPr/>
        <a:lstStyle/>
        <a:p>
          <a:endParaRPr lang="en-US"/>
        </a:p>
      </dgm:t>
    </dgm:pt>
    <dgm:pt modelId="{910A1EAE-5530-4580-A56D-32DA74EFF3C1}" type="sibTrans" cxnId="{90A0FE21-EC25-431F-8F48-CF13E4E5278D}">
      <dgm:prSet/>
      <dgm:spPr/>
      <dgm:t>
        <a:bodyPr/>
        <a:lstStyle/>
        <a:p>
          <a:endParaRPr lang="en-US"/>
        </a:p>
      </dgm:t>
    </dgm:pt>
    <dgm:pt modelId="{36F2B57C-27BE-43F9-A5A3-C9169F7E6926}" type="pres">
      <dgm:prSet presAssocID="{3DBE5862-6C16-4C10-A3B6-96CCD152A6D8}" presName="linear" presStyleCnt="0">
        <dgm:presLayoutVars>
          <dgm:animLvl val="lvl"/>
          <dgm:resizeHandles val="exact"/>
        </dgm:presLayoutVars>
      </dgm:prSet>
      <dgm:spPr/>
    </dgm:pt>
    <dgm:pt modelId="{F1E39713-1970-4935-AC1C-CF9E0387D84B}" type="pres">
      <dgm:prSet presAssocID="{352A87F6-75B7-4A79-AAC2-3E931E0F5E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3A3846-7378-413E-BF10-4071788E1432}" type="pres">
      <dgm:prSet presAssocID="{0E6B7015-B657-414D-A9AC-294155099022}" presName="spacer" presStyleCnt="0"/>
      <dgm:spPr/>
    </dgm:pt>
    <dgm:pt modelId="{D95E2DE0-DD05-4816-A6E0-2E27C9B56195}" type="pres">
      <dgm:prSet presAssocID="{FA1A0EBF-475E-4F52-8B25-E47965031DC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CE33C0-F5AF-4DD3-8EE3-A5658A8C8A60}" type="pres">
      <dgm:prSet presAssocID="{71BA6075-022E-44E8-9428-0553B921D571}" presName="spacer" presStyleCnt="0"/>
      <dgm:spPr/>
    </dgm:pt>
    <dgm:pt modelId="{FE9EE4D7-AB7C-41EA-82B9-65F01496E482}" type="pres">
      <dgm:prSet presAssocID="{4AD6A2BC-C470-40C4-89AC-5254B70FE77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9E4C3A-C3C8-415E-A206-290C070AF904}" type="pres">
      <dgm:prSet presAssocID="{58B39058-0A43-4575-B261-B2AD4EDED6E6}" presName="spacer" presStyleCnt="0"/>
      <dgm:spPr/>
    </dgm:pt>
    <dgm:pt modelId="{55AC2835-B851-4403-8907-1529A32336B7}" type="pres">
      <dgm:prSet presAssocID="{3F5DC42A-4B53-45F2-85D9-D742590EF59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2D0D1D-3075-4D1A-83B1-68A8092FEF86}" srcId="{3DBE5862-6C16-4C10-A3B6-96CCD152A6D8}" destId="{4AD6A2BC-C470-40C4-89AC-5254B70FE77C}" srcOrd="2" destOrd="0" parTransId="{01937CE5-CB88-49D2-9181-4337E442409F}" sibTransId="{58B39058-0A43-4575-B261-B2AD4EDED6E6}"/>
    <dgm:cxn modelId="{90A0FE21-EC25-431F-8F48-CF13E4E5278D}" srcId="{3DBE5862-6C16-4C10-A3B6-96CCD152A6D8}" destId="{3F5DC42A-4B53-45F2-85D9-D742590EF598}" srcOrd="3" destOrd="0" parTransId="{9D77C6EE-774A-49C1-8442-5A3E91276107}" sibTransId="{910A1EAE-5530-4580-A56D-32DA74EFF3C1}"/>
    <dgm:cxn modelId="{6E065935-DB50-43A8-A4F0-453423E262E8}" type="presOf" srcId="{352A87F6-75B7-4A79-AAC2-3E931E0F5E35}" destId="{F1E39713-1970-4935-AC1C-CF9E0387D84B}" srcOrd="0" destOrd="0" presId="urn:microsoft.com/office/officeart/2005/8/layout/vList2"/>
    <dgm:cxn modelId="{E771EE42-D7AF-4754-87B4-8FB4840B126C}" type="presOf" srcId="{4AD6A2BC-C470-40C4-89AC-5254B70FE77C}" destId="{FE9EE4D7-AB7C-41EA-82B9-65F01496E482}" srcOrd="0" destOrd="0" presId="urn:microsoft.com/office/officeart/2005/8/layout/vList2"/>
    <dgm:cxn modelId="{D0666165-15C2-483E-94B7-D90476C44621}" type="presOf" srcId="{FA1A0EBF-475E-4F52-8B25-E47965031DCA}" destId="{D95E2DE0-DD05-4816-A6E0-2E27C9B56195}" srcOrd="0" destOrd="0" presId="urn:microsoft.com/office/officeart/2005/8/layout/vList2"/>
    <dgm:cxn modelId="{94A7317B-D654-444D-9EF7-4FAB06F04043}" srcId="{3DBE5862-6C16-4C10-A3B6-96CCD152A6D8}" destId="{352A87F6-75B7-4A79-AAC2-3E931E0F5E35}" srcOrd="0" destOrd="0" parTransId="{2C068448-EEDA-49D1-B7E7-16E9626EB0AD}" sibTransId="{0E6B7015-B657-414D-A9AC-294155099022}"/>
    <dgm:cxn modelId="{46C24C89-94CB-43E1-8595-C9674D82895F}" type="presOf" srcId="{3DBE5862-6C16-4C10-A3B6-96CCD152A6D8}" destId="{36F2B57C-27BE-43F9-A5A3-C9169F7E6926}" srcOrd="0" destOrd="0" presId="urn:microsoft.com/office/officeart/2005/8/layout/vList2"/>
    <dgm:cxn modelId="{E31C45C4-F15B-4CEE-9F5F-A3D120ADFBD9}" type="presOf" srcId="{3F5DC42A-4B53-45F2-85D9-D742590EF598}" destId="{55AC2835-B851-4403-8907-1529A32336B7}" srcOrd="0" destOrd="0" presId="urn:microsoft.com/office/officeart/2005/8/layout/vList2"/>
    <dgm:cxn modelId="{FB6C7CE7-C39E-4999-AE61-D1B254B8BBE1}" srcId="{3DBE5862-6C16-4C10-A3B6-96CCD152A6D8}" destId="{FA1A0EBF-475E-4F52-8B25-E47965031DCA}" srcOrd="1" destOrd="0" parTransId="{8EFBA74C-CDE7-41E8-B2EC-9091E2272C1F}" sibTransId="{71BA6075-022E-44E8-9428-0553B921D571}"/>
    <dgm:cxn modelId="{6D8E187A-FC77-4D39-9C38-44D0B11AD947}" type="presParOf" srcId="{36F2B57C-27BE-43F9-A5A3-C9169F7E6926}" destId="{F1E39713-1970-4935-AC1C-CF9E0387D84B}" srcOrd="0" destOrd="0" presId="urn:microsoft.com/office/officeart/2005/8/layout/vList2"/>
    <dgm:cxn modelId="{6DEEFA2C-D873-451F-96FF-22CA41E6BF54}" type="presParOf" srcId="{36F2B57C-27BE-43F9-A5A3-C9169F7E6926}" destId="{093A3846-7378-413E-BF10-4071788E1432}" srcOrd="1" destOrd="0" presId="urn:microsoft.com/office/officeart/2005/8/layout/vList2"/>
    <dgm:cxn modelId="{E519E904-32D4-4F77-A279-BDB33B57977B}" type="presParOf" srcId="{36F2B57C-27BE-43F9-A5A3-C9169F7E6926}" destId="{D95E2DE0-DD05-4816-A6E0-2E27C9B56195}" srcOrd="2" destOrd="0" presId="urn:microsoft.com/office/officeart/2005/8/layout/vList2"/>
    <dgm:cxn modelId="{F7D5A86C-98C4-4549-B3F8-80CC418E4044}" type="presParOf" srcId="{36F2B57C-27BE-43F9-A5A3-C9169F7E6926}" destId="{8BCE33C0-F5AF-4DD3-8EE3-A5658A8C8A60}" srcOrd="3" destOrd="0" presId="urn:microsoft.com/office/officeart/2005/8/layout/vList2"/>
    <dgm:cxn modelId="{010392CC-731E-4790-9A0F-91241D15A495}" type="presParOf" srcId="{36F2B57C-27BE-43F9-A5A3-C9169F7E6926}" destId="{FE9EE4D7-AB7C-41EA-82B9-65F01496E482}" srcOrd="4" destOrd="0" presId="urn:microsoft.com/office/officeart/2005/8/layout/vList2"/>
    <dgm:cxn modelId="{7B78AA4D-7533-4EF8-BC8E-930C6F0B11FC}" type="presParOf" srcId="{36F2B57C-27BE-43F9-A5A3-C9169F7E6926}" destId="{559E4C3A-C3C8-415E-A206-290C070AF904}" srcOrd="5" destOrd="0" presId="urn:microsoft.com/office/officeart/2005/8/layout/vList2"/>
    <dgm:cxn modelId="{CAA43ABC-41DC-45F3-889F-7BF9AF50D341}" type="presParOf" srcId="{36F2B57C-27BE-43F9-A5A3-C9169F7E6926}" destId="{55AC2835-B851-4403-8907-1529A32336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6C4248-D335-4473-84EF-FF8AC4C8767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194E520-0313-4E7B-8DB6-BF077003E55B}">
      <dgm:prSet/>
      <dgm:spPr/>
      <dgm:t>
        <a:bodyPr/>
        <a:lstStyle/>
        <a:p>
          <a:r>
            <a:rPr lang="en-US"/>
            <a:t>Aplikacja wysyła zapytanie do Yahoo Finance za pomocą API</a:t>
          </a:r>
        </a:p>
      </dgm:t>
    </dgm:pt>
    <dgm:pt modelId="{653671F2-341E-4B6D-9C7E-C860E1381C79}" type="parTrans" cxnId="{45644CFD-D91F-4988-AF05-983A8770DFAE}">
      <dgm:prSet/>
      <dgm:spPr/>
      <dgm:t>
        <a:bodyPr/>
        <a:lstStyle/>
        <a:p>
          <a:endParaRPr lang="en-US"/>
        </a:p>
      </dgm:t>
    </dgm:pt>
    <dgm:pt modelId="{95B1446C-A489-4E64-8518-8C5B80EE6A1C}" type="sibTrans" cxnId="{45644CFD-D91F-4988-AF05-983A8770DFAE}">
      <dgm:prSet/>
      <dgm:spPr/>
      <dgm:t>
        <a:bodyPr/>
        <a:lstStyle/>
        <a:p>
          <a:endParaRPr lang="en-US"/>
        </a:p>
      </dgm:t>
    </dgm:pt>
    <dgm:pt modelId="{A7EBEFD1-4005-434E-B365-C71A9494458A}">
      <dgm:prSet/>
      <dgm:spPr/>
      <dgm:t>
        <a:bodyPr/>
        <a:lstStyle/>
        <a:p>
          <a:r>
            <a:rPr lang="en-US"/>
            <a:t>Wysyłane są wybrane parametry: </a:t>
          </a:r>
        </a:p>
      </dgm:t>
    </dgm:pt>
    <dgm:pt modelId="{432EEA4A-B8B3-4877-A45E-BDD18EC996E8}" type="parTrans" cxnId="{50EAF465-4BC6-45AD-8BA6-20B6675AB756}">
      <dgm:prSet/>
      <dgm:spPr/>
      <dgm:t>
        <a:bodyPr/>
        <a:lstStyle/>
        <a:p>
          <a:endParaRPr lang="en-US"/>
        </a:p>
      </dgm:t>
    </dgm:pt>
    <dgm:pt modelId="{640F9962-AA62-4C43-A289-A3438B190E41}" type="sibTrans" cxnId="{50EAF465-4BC6-45AD-8BA6-20B6675AB756}">
      <dgm:prSet/>
      <dgm:spPr/>
      <dgm:t>
        <a:bodyPr/>
        <a:lstStyle/>
        <a:p>
          <a:endParaRPr lang="en-US"/>
        </a:p>
      </dgm:t>
    </dgm:pt>
    <dgm:pt modelId="{9E669C5F-A5D7-4B1E-A881-AC45A07410BD}">
      <dgm:prSet/>
      <dgm:spPr/>
      <dgm:t>
        <a:bodyPr/>
        <a:lstStyle/>
        <a:p>
          <a:r>
            <a:rPr lang="en-US"/>
            <a:t>Data	</a:t>
          </a:r>
        </a:p>
      </dgm:t>
    </dgm:pt>
    <dgm:pt modelId="{710EA766-2EFE-43E9-A0C6-D301E36D4F57}" type="parTrans" cxnId="{DB099F9A-E078-48C0-B041-73C372EAC154}">
      <dgm:prSet/>
      <dgm:spPr/>
      <dgm:t>
        <a:bodyPr/>
        <a:lstStyle/>
        <a:p>
          <a:endParaRPr lang="en-US"/>
        </a:p>
      </dgm:t>
    </dgm:pt>
    <dgm:pt modelId="{DFD2C2B2-4245-4FFA-AC97-1114FA00BDCF}" type="sibTrans" cxnId="{DB099F9A-E078-48C0-B041-73C372EAC154}">
      <dgm:prSet/>
      <dgm:spPr/>
      <dgm:t>
        <a:bodyPr/>
        <a:lstStyle/>
        <a:p>
          <a:endParaRPr lang="en-US"/>
        </a:p>
      </dgm:t>
    </dgm:pt>
    <dgm:pt modelId="{0AA9B095-1FDB-4A7C-9C1A-D3B69BC9859C}">
      <dgm:prSet/>
      <dgm:spPr/>
      <dgm:t>
        <a:bodyPr/>
        <a:lstStyle/>
        <a:p>
          <a:r>
            <a:rPr lang="en-US"/>
            <a:t>Symbol instrumentu</a:t>
          </a:r>
        </a:p>
      </dgm:t>
    </dgm:pt>
    <dgm:pt modelId="{6A327C3C-4644-4DBD-AA73-4A04A20F98F5}" type="parTrans" cxnId="{7E070C30-52C6-42D3-B20F-C86758F5F247}">
      <dgm:prSet/>
      <dgm:spPr/>
      <dgm:t>
        <a:bodyPr/>
        <a:lstStyle/>
        <a:p>
          <a:endParaRPr lang="en-US"/>
        </a:p>
      </dgm:t>
    </dgm:pt>
    <dgm:pt modelId="{8C2C2AE7-B6D4-4F30-8394-B53B4F342BD2}" type="sibTrans" cxnId="{7E070C30-52C6-42D3-B20F-C86758F5F247}">
      <dgm:prSet/>
      <dgm:spPr/>
      <dgm:t>
        <a:bodyPr/>
        <a:lstStyle/>
        <a:p>
          <a:endParaRPr lang="en-US"/>
        </a:p>
      </dgm:t>
    </dgm:pt>
    <dgm:pt modelId="{11A32847-9F01-46CE-B6A8-5710BB041008}">
      <dgm:prSet/>
      <dgm:spPr/>
      <dgm:t>
        <a:bodyPr/>
        <a:lstStyle/>
        <a:p>
          <a:r>
            <a:rPr lang="en-US"/>
            <a:t>Częstotliwość danych</a:t>
          </a:r>
        </a:p>
      </dgm:t>
    </dgm:pt>
    <dgm:pt modelId="{10112EC9-51F0-41BC-862E-FA796350FA3F}" type="parTrans" cxnId="{301E2998-BC85-43CC-8121-058CCC9B47FC}">
      <dgm:prSet/>
      <dgm:spPr/>
      <dgm:t>
        <a:bodyPr/>
        <a:lstStyle/>
        <a:p>
          <a:endParaRPr lang="en-US"/>
        </a:p>
      </dgm:t>
    </dgm:pt>
    <dgm:pt modelId="{AEC7F0D0-8EC8-4623-8D96-8E15E46A6C94}" type="sibTrans" cxnId="{301E2998-BC85-43CC-8121-058CCC9B47FC}">
      <dgm:prSet/>
      <dgm:spPr/>
      <dgm:t>
        <a:bodyPr/>
        <a:lstStyle/>
        <a:p>
          <a:endParaRPr lang="en-US"/>
        </a:p>
      </dgm:t>
    </dgm:pt>
    <dgm:pt modelId="{32781B81-B46B-471E-BA80-68DD443DFA70}">
      <dgm:prSet/>
      <dgm:spPr/>
      <dgm:t>
        <a:bodyPr/>
        <a:lstStyle/>
        <a:p>
          <a:r>
            <a:rPr lang="en-US"/>
            <a:t>Dane zwracane są w formacie JSON</a:t>
          </a:r>
        </a:p>
      </dgm:t>
    </dgm:pt>
    <dgm:pt modelId="{F9844061-246C-4EA0-902E-0A32B62F1FD9}" type="parTrans" cxnId="{435DFFEA-3650-463D-B8AD-CF4707D1DFB5}">
      <dgm:prSet/>
      <dgm:spPr/>
      <dgm:t>
        <a:bodyPr/>
        <a:lstStyle/>
        <a:p>
          <a:endParaRPr lang="en-US"/>
        </a:p>
      </dgm:t>
    </dgm:pt>
    <dgm:pt modelId="{A2076306-879F-47D9-8AE1-6E939E9466AA}" type="sibTrans" cxnId="{435DFFEA-3650-463D-B8AD-CF4707D1DFB5}">
      <dgm:prSet/>
      <dgm:spPr/>
      <dgm:t>
        <a:bodyPr/>
        <a:lstStyle/>
        <a:p>
          <a:endParaRPr lang="en-US"/>
        </a:p>
      </dgm:t>
    </dgm:pt>
    <dgm:pt modelId="{539A26AE-3646-4B2D-A276-3A5D30CF2FD7}">
      <dgm:prSet/>
      <dgm:spPr/>
      <dgm:t>
        <a:bodyPr/>
        <a:lstStyle/>
        <a:p>
          <a:r>
            <a:rPr lang="en-US"/>
            <a:t>Aplikacja przetwarza pobrane dane:</a:t>
          </a:r>
        </a:p>
      </dgm:t>
    </dgm:pt>
    <dgm:pt modelId="{7A8424C2-C5DC-453A-8799-827BB352793E}" type="parTrans" cxnId="{5E6E84E4-1BD2-45C4-B249-E91A5132D78F}">
      <dgm:prSet/>
      <dgm:spPr/>
      <dgm:t>
        <a:bodyPr/>
        <a:lstStyle/>
        <a:p>
          <a:endParaRPr lang="en-US"/>
        </a:p>
      </dgm:t>
    </dgm:pt>
    <dgm:pt modelId="{4AE98485-A329-4124-94D3-60F2D334CD7D}" type="sibTrans" cxnId="{5E6E84E4-1BD2-45C4-B249-E91A5132D78F}">
      <dgm:prSet/>
      <dgm:spPr/>
      <dgm:t>
        <a:bodyPr/>
        <a:lstStyle/>
        <a:p>
          <a:endParaRPr lang="en-US"/>
        </a:p>
      </dgm:t>
    </dgm:pt>
    <dgm:pt modelId="{7F2981C5-D8BF-435A-88CA-1E2868D315E5}">
      <dgm:prSet/>
      <dgm:spPr/>
      <dgm:t>
        <a:bodyPr/>
        <a:lstStyle/>
        <a:p>
          <a:r>
            <a:rPr lang="en-US"/>
            <a:t>Filtruje kolumny</a:t>
          </a:r>
        </a:p>
      </dgm:t>
    </dgm:pt>
    <dgm:pt modelId="{A3D0AA95-8B43-4A7E-912E-BEB109334834}" type="parTrans" cxnId="{C0113C00-503E-40ED-94DD-D9F1F8D59067}">
      <dgm:prSet/>
      <dgm:spPr/>
      <dgm:t>
        <a:bodyPr/>
        <a:lstStyle/>
        <a:p>
          <a:endParaRPr lang="en-US"/>
        </a:p>
      </dgm:t>
    </dgm:pt>
    <dgm:pt modelId="{EF38CDF3-7B50-48B9-9CD5-56EFAFC4D671}" type="sibTrans" cxnId="{C0113C00-503E-40ED-94DD-D9F1F8D59067}">
      <dgm:prSet/>
      <dgm:spPr/>
      <dgm:t>
        <a:bodyPr/>
        <a:lstStyle/>
        <a:p>
          <a:endParaRPr lang="en-US"/>
        </a:p>
      </dgm:t>
    </dgm:pt>
    <dgm:pt modelId="{47FD3CD8-D083-4721-BFB8-D95436DA8C50}">
      <dgm:prSet/>
      <dgm:spPr/>
      <dgm:t>
        <a:bodyPr/>
        <a:lstStyle/>
        <a:p>
          <a:r>
            <a:rPr lang="en-US"/>
            <a:t>Usuwa braki</a:t>
          </a:r>
        </a:p>
      </dgm:t>
    </dgm:pt>
    <dgm:pt modelId="{961963A0-AC4F-410A-94B9-9DA9309AC5F2}" type="parTrans" cxnId="{408D8816-3B16-405B-A970-8321328C3BF8}">
      <dgm:prSet/>
      <dgm:spPr/>
      <dgm:t>
        <a:bodyPr/>
        <a:lstStyle/>
        <a:p>
          <a:endParaRPr lang="en-US"/>
        </a:p>
      </dgm:t>
    </dgm:pt>
    <dgm:pt modelId="{F2348E8A-F658-4777-9A6B-DABD5896C27A}" type="sibTrans" cxnId="{408D8816-3B16-405B-A970-8321328C3BF8}">
      <dgm:prSet/>
      <dgm:spPr/>
      <dgm:t>
        <a:bodyPr/>
        <a:lstStyle/>
        <a:p>
          <a:endParaRPr lang="en-US"/>
        </a:p>
      </dgm:t>
    </dgm:pt>
    <dgm:pt modelId="{836236A8-D70E-44B4-BCF0-C38DF05EA4A4}">
      <dgm:prSet/>
      <dgm:spPr/>
      <dgm:t>
        <a:bodyPr/>
        <a:lstStyle/>
        <a:p>
          <a:r>
            <a:rPr lang="en-US"/>
            <a:t>Przekształca je na serię czasową</a:t>
          </a:r>
        </a:p>
      </dgm:t>
    </dgm:pt>
    <dgm:pt modelId="{EB15DBA8-158D-4EFB-BD93-EEFF8FE568DE}" type="parTrans" cxnId="{C86EC2B8-9712-40F4-B726-10491E332212}">
      <dgm:prSet/>
      <dgm:spPr/>
      <dgm:t>
        <a:bodyPr/>
        <a:lstStyle/>
        <a:p>
          <a:endParaRPr lang="en-US"/>
        </a:p>
      </dgm:t>
    </dgm:pt>
    <dgm:pt modelId="{B56799F8-8960-4C5A-A3D4-FE15A89D8D3F}" type="sibTrans" cxnId="{C86EC2B8-9712-40F4-B726-10491E332212}">
      <dgm:prSet/>
      <dgm:spPr/>
      <dgm:t>
        <a:bodyPr/>
        <a:lstStyle/>
        <a:p>
          <a:endParaRPr lang="en-US"/>
        </a:p>
      </dgm:t>
    </dgm:pt>
    <dgm:pt modelId="{08125167-98B8-4435-BA27-5D443DD0B692}">
      <dgm:prSet/>
      <dgm:spPr/>
      <dgm:t>
        <a:bodyPr/>
        <a:lstStyle/>
        <a:p>
          <a:r>
            <a:rPr lang="en-US"/>
            <a:t>Wyniki trafiają do modelu predykcyjnego SARIMA</a:t>
          </a:r>
        </a:p>
      </dgm:t>
    </dgm:pt>
    <dgm:pt modelId="{A08CEDEF-8F87-42F9-9591-29FB9047D904}" type="parTrans" cxnId="{1F6C215D-6834-4564-BD54-079DEFEDDE34}">
      <dgm:prSet/>
      <dgm:spPr/>
      <dgm:t>
        <a:bodyPr/>
        <a:lstStyle/>
        <a:p>
          <a:endParaRPr lang="en-US"/>
        </a:p>
      </dgm:t>
    </dgm:pt>
    <dgm:pt modelId="{CA0A264A-6687-4BA5-A7CE-AAAA108DF882}" type="sibTrans" cxnId="{1F6C215D-6834-4564-BD54-079DEFEDDE34}">
      <dgm:prSet/>
      <dgm:spPr/>
      <dgm:t>
        <a:bodyPr/>
        <a:lstStyle/>
        <a:p>
          <a:endParaRPr lang="en-US"/>
        </a:p>
      </dgm:t>
    </dgm:pt>
    <dgm:pt modelId="{A50BEDCD-B846-4B0A-A600-92969C6EF70E}" type="pres">
      <dgm:prSet presAssocID="{896C4248-D335-4473-84EF-FF8AC4C87676}" presName="Name0" presStyleCnt="0">
        <dgm:presLayoutVars>
          <dgm:dir/>
          <dgm:resizeHandles val="exact"/>
        </dgm:presLayoutVars>
      </dgm:prSet>
      <dgm:spPr/>
    </dgm:pt>
    <dgm:pt modelId="{32ADDEAA-B507-45D4-A1FB-717EB7EEF65F}" type="pres">
      <dgm:prSet presAssocID="{6194E520-0313-4E7B-8DB6-BF077003E55B}" presName="node" presStyleLbl="node1" presStyleIdx="0" presStyleCnt="5">
        <dgm:presLayoutVars>
          <dgm:bulletEnabled val="1"/>
        </dgm:presLayoutVars>
      </dgm:prSet>
      <dgm:spPr/>
    </dgm:pt>
    <dgm:pt modelId="{BB152EF8-2149-4A6D-AE21-0373B6D6E318}" type="pres">
      <dgm:prSet presAssocID="{95B1446C-A489-4E64-8518-8C5B80EE6A1C}" presName="sibTrans" presStyleLbl="sibTrans1D1" presStyleIdx="0" presStyleCnt="4"/>
      <dgm:spPr/>
    </dgm:pt>
    <dgm:pt modelId="{F5913C96-A49D-4E5B-BF58-F7A8A2C8D39E}" type="pres">
      <dgm:prSet presAssocID="{95B1446C-A489-4E64-8518-8C5B80EE6A1C}" presName="connectorText" presStyleLbl="sibTrans1D1" presStyleIdx="0" presStyleCnt="4"/>
      <dgm:spPr/>
    </dgm:pt>
    <dgm:pt modelId="{964BB259-75AC-4FA2-990F-CC51F751E302}" type="pres">
      <dgm:prSet presAssocID="{A7EBEFD1-4005-434E-B365-C71A9494458A}" presName="node" presStyleLbl="node1" presStyleIdx="1" presStyleCnt="5">
        <dgm:presLayoutVars>
          <dgm:bulletEnabled val="1"/>
        </dgm:presLayoutVars>
      </dgm:prSet>
      <dgm:spPr/>
    </dgm:pt>
    <dgm:pt modelId="{6EB4B36D-4426-42B8-80B7-246342824B45}" type="pres">
      <dgm:prSet presAssocID="{640F9962-AA62-4C43-A289-A3438B190E41}" presName="sibTrans" presStyleLbl="sibTrans1D1" presStyleIdx="1" presStyleCnt="4"/>
      <dgm:spPr/>
    </dgm:pt>
    <dgm:pt modelId="{6AE22691-9A99-4407-8A9D-6E5329D72EF3}" type="pres">
      <dgm:prSet presAssocID="{640F9962-AA62-4C43-A289-A3438B190E41}" presName="connectorText" presStyleLbl="sibTrans1D1" presStyleIdx="1" presStyleCnt="4"/>
      <dgm:spPr/>
    </dgm:pt>
    <dgm:pt modelId="{B6D061CF-E2BA-4737-9040-5C2163359A34}" type="pres">
      <dgm:prSet presAssocID="{32781B81-B46B-471E-BA80-68DD443DFA70}" presName="node" presStyleLbl="node1" presStyleIdx="2" presStyleCnt="5">
        <dgm:presLayoutVars>
          <dgm:bulletEnabled val="1"/>
        </dgm:presLayoutVars>
      </dgm:prSet>
      <dgm:spPr/>
    </dgm:pt>
    <dgm:pt modelId="{5A2F2BD8-A5B8-4B74-9C3B-3B44B6C9F46F}" type="pres">
      <dgm:prSet presAssocID="{A2076306-879F-47D9-8AE1-6E939E9466AA}" presName="sibTrans" presStyleLbl="sibTrans1D1" presStyleIdx="2" presStyleCnt="4"/>
      <dgm:spPr/>
    </dgm:pt>
    <dgm:pt modelId="{264A530A-3446-4AD3-9046-AFFC83837FF7}" type="pres">
      <dgm:prSet presAssocID="{A2076306-879F-47D9-8AE1-6E939E9466AA}" presName="connectorText" presStyleLbl="sibTrans1D1" presStyleIdx="2" presStyleCnt="4"/>
      <dgm:spPr/>
    </dgm:pt>
    <dgm:pt modelId="{58B49A2C-2D73-4402-9038-52D4FDA5EBA5}" type="pres">
      <dgm:prSet presAssocID="{539A26AE-3646-4B2D-A276-3A5D30CF2FD7}" presName="node" presStyleLbl="node1" presStyleIdx="3" presStyleCnt="5">
        <dgm:presLayoutVars>
          <dgm:bulletEnabled val="1"/>
        </dgm:presLayoutVars>
      </dgm:prSet>
      <dgm:spPr/>
    </dgm:pt>
    <dgm:pt modelId="{DBBAFE21-4953-4195-B35A-976F351654BD}" type="pres">
      <dgm:prSet presAssocID="{4AE98485-A329-4124-94D3-60F2D334CD7D}" presName="sibTrans" presStyleLbl="sibTrans1D1" presStyleIdx="3" presStyleCnt="4"/>
      <dgm:spPr/>
    </dgm:pt>
    <dgm:pt modelId="{10FB0710-E7ED-4EE2-A5CA-39DD9493AA87}" type="pres">
      <dgm:prSet presAssocID="{4AE98485-A329-4124-94D3-60F2D334CD7D}" presName="connectorText" presStyleLbl="sibTrans1D1" presStyleIdx="3" presStyleCnt="4"/>
      <dgm:spPr/>
    </dgm:pt>
    <dgm:pt modelId="{9AA5AAD3-41C7-4C09-B86B-100A11FEDEB0}" type="pres">
      <dgm:prSet presAssocID="{08125167-98B8-4435-BA27-5D443DD0B692}" presName="node" presStyleLbl="node1" presStyleIdx="4" presStyleCnt="5">
        <dgm:presLayoutVars>
          <dgm:bulletEnabled val="1"/>
        </dgm:presLayoutVars>
      </dgm:prSet>
      <dgm:spPr/>
    </dgm:pt>
  </dgm:ptLst>
  <dgm:cxnLst>
    <dgm:cxn modelId="{C0113C00-503E-40ED-94DD-D9F1F8D59067}" srcId="{539A26AE-3646-4B2D-A276-3A5D30CF2FD7}" destId="{7F2981C5-D8BF-435A-88CA-1E2868D315E5}" srcOrd="0" destOrd="0" parTransId="{A3D0AA95-8B43-4A7E-912E-BEB109334834}" sibTransId="{EF38CDF3-7B50-48B9-9CD5-56EFAFC4D671}"/>
    <dgm:cxn modelId="{1E722303-7487-4F24-8606-B22D40D4AE6A}" type="presOf" srcId="{6194E520-0313-4E7B-8DB6-BF077003E55B}" destId="{32ADDEAA-B507-45D4-A1FB-717EB7EEF65F}" srcOrd="0" destOrd="0" presId="urn:microsoft.com/office/officeart/2016/7/layout/RepeatingBendingProcessNew"/>
    <dgm:cxn modelId="{7FDEFE15-86A7-48BE-99E8-9B33BD49CF5B}" type="presOf" srcId="{640F9962-AA62-4C43-A289-A3438B190E41}" destId="{6EB4B36D-4426-42B8-80B7-246342824B45}" srcOrd="0" destOrd="0" presId="urn:microsoft.com/office/officeart/2016/7/layout/RepeatingBendingProcessNew"/>
    <dgm:cxn modelId="{408D8816-3B16-405B-A970-8321328C3BF8}" srcId="{539A26AE-3646-4B2D-A276-3A5D30CF2FD7}" destId="{47FD3CD8-D083-4721-BFB8-D95436DA8C50}" srcOrd="1" destOrd="0" parTransId="{961963A0-AC4F-410A-94B9-9DA9309AC5F2}" sibTransId="{F2348E8A-F658-4777-9A6B-DABD5896C27A}"/>
    <dgm:cxn modelId="{26C9BB1D-D36B-4159-8940-9D56A9C8F309}" type="presOf" srcId="{A2076306-879F-47D9-8AE1-6E939E9466AA}" destId="{264A530A-3446-4AD3-9046-AFFC83837FF7}" srcOrd="1" destOrd="0" presId="urn:microsoft.com/office/officeart/2016/7/layout/RepeatingBendingProcessNew"/>
    <dgm:cxn modelId="{85B06E22-34F2-45BA-B3E7-093569BFF7D1}" type="presOf" srcId="{A2076306-879F-47D9-8AE1-6E939E9466AA}" destId="{5A2F2BD8-A5B8-4B74-9C3B-3B44B6C9F46F}" srcOrd="0" destOrd="0" presId="urn:microsoft.com/office/officeart/2016/7/layout/RepeatingBendingProcessNew"/>
    <dgm:cxn modelId="{5041EA27-4EB0-40EB-9750-AE9A68144785}" type="presOf" srcId="{0AA9B095-1FDB-4A7C-9C1A-D3B69BC9859C}" destId="{964BB259-75AC-4FA2-990F-CC51F751E302}" srcOrd="0" destOrd="2" presId="urn:microsoft.com/office/officeart/2016/7/layout/RepeatingBendingProcessNew"/>
    <dgm:cxn modelId="{7E070C30-52C6-42D3-B20F-C86758F5F247}" srcId="{A7EBEFD1-4005-434E-B365-C71A9494458A}" destId="{0AA9B095-1FDB-4A7C-9C1A-D3B69BC9859C}" srcOrd="1" destOrd="0" parTransId="{6A327C3C-4644-4DBD-AA73-4A04A20F98F5}" sibTransId="{8C2C2AE7-B6D4-4F30-8394-B53B4F342BD2}"/>
    <dgm:cxn modelId="{1F6C215D-6834-4564-BD54-079DEFEDDE34}" srcId="{896C4248-D335-4473-84EF-FF8AC4C87676}" destId="{08125167-98B8-4435-BA27-5D443DD0B692}" srcOrd="4" destOrd="0" parTransId="{A08CEDEF-8F87-42F9-9591-29FB9047D904}" sibTransId="{CA0A264A-6687-4BA5-A7CE-AAAA108DF882}"/>
    <dgm:cxn modelId="{50EAF465-4BC6-45AD-8BA6-20B6675AB756}" srcId="{896C4248-D335-4473-84EF-FF8AC4C87676}" destId="{A7EBEFD1-4005-434E-B365-C71A9494458A}" srcOrd="1" destOrd="0" parTransId="{432EEA4A-B8B3-4877-A45E-BDD18EC996E8}" sibTransId="{640F9962-AA62-4C43-A289-A3438B190E41}"/>
    <dgm:cxn modelId="{03263653-4A9B-4667-A26A-06C669EC238C}" type="presOf" srcId="{95B1446C-A489-4E64-8518-8C5B80EE6A1C}" destId="{F5913C96-A49D-4E5B-BF58-F7A8A2C8D39E}" srcOrd="1" destOrd="0" presId="urn:microsoft.com/office/officeart/2016/7/layout/RepeatingBendingProcessNew"/>
    <dgm:cxn modelId="{C2123554-12AA-4AB8-9F73-8A159874F551}" type="presOf" srcId="{9E669C5F-A5D7-4B1E-A881-AC45A07410BD}" destId="{964BB259-75AC-4FA2-990F-CC51F751E302}" srcOrd="0" destOrd="1" presId="urn:microsoft.com/office/officeart/2016/7/layout/RepeatingBendingProcessNew"/>
    <dgm:cxn modelId="{5E7A8C77-4A5C-4E67-8147-12689F95A032}" type="presOf" srcId="{08125167-98B8-4435-BA27-5D443DD0B692}" destId="{9AA5AAD3-41C7-4C09-B86B-100A11FEDEB0}" srcOrd="0" destOrd="0" presId="urn:microsoft.com/office/officeart/2016/7/layout/RepeatingBendingProcessNew"/>
    <dgm:cxn modelId="{9589D678-4238-49FF-8DA8-28AD998959AE}" type="presOf" srcId="{539A26AE-3646-4B2D-A276-3A5D30CF2FD7}" destId="{58B49A2C-2D73-4402-9038-52D4FDA5EBA5}" srcOrd="0" destOrd="0" presId="urn:microsoft.com/office/officeart/2016/7/layout/RepeatingBendingProcessNew"/>
    <dgm:cxn modelId="{301E2998-BC85-43CC-8121-058CCC9B47FC}" srcId="{A7EBEFD1-4005-434E-B365-C71A9494458A}" destId="{11A32847-9F01-46CE-B6A8-5710BB041008}" srcOrd="2" destOrd="0" parTransId="{10112EC9-51F0-41BC-862E-FA796350FA3F}" sibTransId="{AEC7F0D0-8EC8-4623-8D96-8E15E46A6C94}"/>
    <dgm:cxn modelId="{0A8D049A-1594-4726-973D-ECFC4C45F6DD}" type="presOf" srcId="{47FD3CD8-D083-4721-BFB8-D95436DA8C50}" destId="{58B49A2C-2D73-4402-9038-52D4FDA5EBA5}" srcOrd="0" destOrd="2" presId="urn:microsoft.com/office/officeart/2016/7/layout/RepeatingBendingProcessNew"/>
    <dgm:cxn modelId="{DB099F9A-E078-48C0-B041-73C372EAC154}" srcId="{A7EBEFD1-4005-434E-B365-C71A9494458A}" destId="{9E669C5F-A5D7-4B1E-A881-AC45A07410BD}" srcOrd="0" destOrd="0" parTransId="{710EA766-2EFE-43E9-A0C6-D301E36D4F57}" sibTransId="{DFD2C2B2-4245-4FFA-AC97-1114FA00BDCF}"/>
    <dgm:cxn modelId="{FE9FA49A-4CD5-4E2F-A002-CDC94E218C3A}" type="presOf" srcId="{95B1446C-A489-4E64-8518-8C5B80EE6A1C}" destId="{BB152EF8-2149-4A6D-AE21-0373B6D6E318}" srcOrd="0" destOrd="0" presId="urn:microsoft.com/office/officeart/2016/7/layout/RepeatingBendingProcessNew"/>
    <dgm:cxn modelId="{8DB58EA2-9659-42AD-AC4F-8259E29FDAF3}" type="presOf" srcId="{11A32847-9F01-46CE-B6A8-5710BB041008}" destId="{964BB259-75AC-4FA2-990F-CC51F751E302}" srcOrd="0" destOrd="3" presId="urn:microsoft.com/office/officeart/2016/7/layout/RepeatingBendingProcessNew"/>
    <dgm:cxn modelId="{FB87A5B1-D8EB-40C3-9E22-417AE6747F5D}" type="presOf" srcId="{896C4248-D335-4473-84EF-FF8AC4C87676}" destId="{A50BEDCD-B846-4B0A-A600-92969C6EF70E}" srcOrd="0" destOrd="0" presId="urn:microsoft.com/office/officeart/2016/7/layout/RepeatingBendingProcessNew"/>
    <dgm:cxn modelId="{DD7BDBB3-47ED-4E39-9EA6-EA62D52E2AC8}" type="presOf" srcId="{4AE98485-A329-4124-94D3-60F2D334CD7D}" destId="{DBBAFE21-4953-4195-B35A-976F351654BD}" srcOrd="0" destOrd="0" presId="urn:microsoft.com/office/officeart/2016/7/layout/RepeatingBendingProcessNew"/>
    <dgm:cxn modelId="{380EB5B7-99FA-4251-A58E-77366EFAEB04}" type="presOf" srcId="{A7EBEFD1-4005-434E-B365-C71A9494458A}" destId="{964BB259-75AC-4FA2-990F-CC51F751E302}" srcOrd="0" destOrd="0" presId="urn:microsoft.com/office/officeart/2016/7/layout/RepeatingBendingProcessNew"/>
    <dgm:cxn modelId="{C86EC2B8-9712-40F4-B726-10491E332212}" srcId="{539A26AE-3646-4B2D-A276-3A5D30CF2FD7}" destId="{836236A8-D70E-44B4-BCF0-C38DF05EA4A4}" srcOrd="2" destOrd="0" parTransId="{EB15DBA8-158D-4EFB-BD93-EEFF8FE568DE}" sibTransId="{B56799F8-8960-4C5A-A3D4-FE15A89D8D3F}"/>
    <dgm:cxn modelId="{27885BCA-B0B7-44E3-97C7-281B7F1A15F8}" type="presOf" srcId="{640F9962-AA62-4C43-A289-A3438B190E41}" destId="{6AE22691-9A99-4407-8A9D-6E5329D72EF3}" srcOrd="1" destOrd="0" presId="urn:microsoft.com/office/officeart/2016/7/layout/RepeatingBendingProcessNew"/>
    <dgm:cxn modelId="{549543D2-495C-487B-85C9-71BC04B1C7AA}" type="presOf" srcId="{4AE98485-A329-4124-94D3-60F2D334CD7D}" destId="{10FB0710-E7ED-4EE2-A5CA-39DD9493AA87}" srcOrd="1" destOrd="0" presId="urn:microsoft.com/office/officeart/2016/7/layout/RepeatingBendingProcessNew"/>
    <dgm:cxn modelId="{13BC8ED7-8655-4B24-9EBA-2558E9BFF5CF}" type="presOf" srcId="{7F2981C5-D8BF-435A-88CA-1E2868D315E5}" destId="{58B49A2C-2D73-4402-9038-52D4FDA5EBA5}" srcOrd="0" destOrd="1" presId="urn:microsoft.com/office/officeart/2016/7/layout/RepeatingBendingProcessNew"/>
    <dgm:cxn modelId="{25FD23DB-F7FF-4B70-A48D-68CD9E4590C4}" type="presOf" srcId="{32781B81-B46B-471E-BA80-68DD443DFA70}" destId="{B6D061CF-E2BA-4737-9040-5C2163359A34}" srcOrd="0" destOrd="0" presId="urn:microsoft.com/office/officeart/2016/7/layout/RepeatingBendingProcessNew"/>
    <dgm:cxn modelId="{5E6E84E4-1BD2-45C4-B249-E91A5132D78F}" srcId="{896C4248-D335-4473-84EF-FF8AC4C87676}" destId="{539A26AE-3646-4B2D-A276-3A5D30CF2FD7}" srcOrd="3" destOrd="0" parTransId="{7A8424C2-C5DC-453A-8799-827BB352793E}" sibTransId="{4AE98485-A329-4124-94D3-60F2D334CD7D}"/>
    <dgm:cxn modelId="{8FA71CE5-D68C-4CB7-9181-8174D2D7460C}" type="presOf" srcId="{836236A8-D70E-44B4-BCF0-C38DF05EA4A4}" destId="{58B49A2C-2D73-4402-9038-52D4FDA5EBA5}" srcOrd="0" destOrd="3" presId="urn:microsoft.com/office/officeart/2016/7/layout/RepeatingBendingProcessNew"/>
    <dgm:cxn modelId="{435DFFEA-3650-463D-B8AD-CF4707D1DFB5}" srcId="{896C4248-D335-4473-84EF-FF8AC4C87676}" destId="{32781B81-B46B-471E-BA80-68DD443DFA70}" srcOrd="2" destOrd="0" parTransId="{F9844061-246C-4EA0-902E-0A32B62F1FD9}" sibTransId="{A2076306-879F-47D9-8AE1-6E939E9466AA}"/>
    <dgm:cxn modelId="{45644CFD-D91F-4988-AF05-983A8770DFAE}" srcId="{896C4248-D335-4473-84EF-FF8AC4C87676}" destId="{6194E520-0313-4E7B-8DB6-BF077003E55B}" srcOrd="0" destOrd="0" parTransId="{653671F2-341E-4B6D-9C7E-C860E1381C79}" sibTransId="{95B1446C-A489-4E64-8518-8C5B80EE6A1C}"/>
    <dgm:cxn modelId="{81335DE0-F0F7-4938-B362-2DA91F6C703E}" type="presParOf" srcId="{A50BEDCD-B846-4B0A-A600-92969C6EF70E}" destId="{32ADDEAA-B507-45D4-A1FB-717EB7EEF65F}" srcOrd="0" destOrd="0" presId="urn:microsoft.com/office/officeart/2016/7/layout/RepeatingBendingProcessNew"/>
    <dgm:cxn modelId="{8FDE3720-3208-41D7-9D75-1A1E4876DDFA}" type="presParOf" srcId="{A50BEDCD-B846-4B0A-A600-92969C6EF70E}" destId="{BB152EF8-2149-4A6D-AE21-0373B6D6E318}" srcOrd="1" destOrd="0" presId="urn:microsoft.com/office/officeart/2016/7/layout/RepeatingBendingProcessNew"/>
    <dgm:cxn modelId="{C8727C34-85DA-46DF-A231-190B405C7A63}" type="presParOf" srcId="{BB152EF8-2149-4A6D-AE21-0373B6D6E318}" destId="{F5913C96-A49D-4E5B-BF58-F7A8A2C8D39E}" srcOrd="0" destOrd="0" presId="urn:microsoft.com/office/officeart/2016/7/layout/RepeatingBendingProcessNew"/>
    <dgm:cxn modelId="{E9C41B1D-1241-454A-B52D-E94B7141FC2F}" type="presParOf" srcId="{A50BEDCD-B846-4B0A-A600-92969C6EF70E}" destId="{964BB259-75AC-4FA2-990F-CC51F751E302}" srcOrd="2" destOrd="0" presId="urn:microsoft.com/office/officeart/2016/7/layout/RepeatingBendingProcessNew"/>
    <dgm:cxn modelId="{A7A313FD-891D-4AA1-8631-06D993071D13}" type="presParOf" srcId="{A50BEDCD-B846-4B0A-A600-92969C6EF70E}" destId="{6EB4B36D-4426-42B8-80B7-246342824B45}" srcOrd="3" destOrd="0" presId="urn:microsoft.com/office/officeart/2016/7/layout/RepeatingBendingProcessNew"/>
    <dgm:cxn modelId="{04DC8F5B-B848-40E3-A169-FC19F74BFF2D}" type="presParOf" srcId="{6EB4B36D-4426-42B8-80B7-246342824B45}" destId="{6AE22691-9A99-4407-8A9D-6E5329D72EF3}" srcOrd="0" destOrd="0" presId="urn:microsoft.com/office/officeart/2016/7/layout/RepeatingBendingProcessNew"/>
    <dgm:cxn modelId="{66FEEA88-F69D-4350-AE88-08C448054C62}" type="presParOf" srcId="{A50BEDCD-B846-4B0A-A600-92969C6EF70E}" destId="{B6D061CF-E2BA-4737-9040-5C2163359A34}" srcOrd="4" destOrd="0" presId="urn:microsoft.com/office/officeart/2016/7/layout/RepeatingBendingProcessNew"/>
    <dgm:cxn modelId="{9B46A7F2-72CC-4833-B052-4E6D248EE1C4}" type="presParOf" srcId="{A50BEDCD-B846-4B0A-A600-92969C6EF70E}" destId="{5A2F2BD8-A5B8-4B74-9C3B-3B44B6C9F46F}" srcOrd="5" destOrd="0" presId="urn:microsoft.com/office/officeart/2016/7/layout/RepeatingBendingProcessNew"/>
    <dgm:cxn modelId="{69016E06-837E-4A51-85BC-F3A515919FBC}" type="presParOf" srcId="{5A2F2BD8-A5B8-4B74-9C3B-3B44B6C9F46F}" destId="{264A530A-3446-4AD3-9046-AFFC83837FF7}" srcOrd="0" destOrd="0" presId="urn:microsoft.com/office/officeart/2016/7/layout/RepeatingBendingProcessNew"/>
    <dgm:cxn modelId="{073FF968-28F5-4021-8E72-9C7DAE01AD7A}" type="presParOf" srcId="{A50BEDCD-B846-4B0A-A600-92969C6EF70E}" destId="{58B49A2C-2D73-4402-9038-52D4FDA5EBA5}" srcOrd="6" destOrd="0" presId="urn:microsoft.com/office/officeart/2016/7/layout/RepeatingBendingProcessNew"/>
    <dgm:cxn modelId="{67B537F8-9E04-418E-A578-11D3672052FF}" type="presParOf" srcId="{A50BEDCD-B846-4B0A-A600-92969C6EF70E}" destId="{DBBAFE21-4953-4195-B35A-976F351654BD}" srcOrd="7" destOrd="0" presId="urn:microsoft.com/office/officeart/2016/7/layout/RepeatingBendingProcessNew"/>
    <dgm:cxn modelId="{C5682005-20D8-4913-B804-BEFEC70F72F1}" type="presParOf" srcId="{DBBAFE21-4953-4195-B35A-976F351654BD}" destId="{10FB0710-E7ED-4EE2-A5CA-39DD9493AA87}" srcOrd="0" destOrd="0" presId="urn:microsoft.com/office/officeart/2016/7/layout/RepeatingBendingProcessNew"/>
    <dgm:cxn modelId="{AAD85D51-7353-47DC-A353-8985EB77D207}" type="presParOf" srcId="{A50BEDCD-B846-4B0A-A600-92969C6EF70E}" destId="{9AA5AAD3-41C7-4C09-B86B-100A11FEDEB0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56EE83-B90B-4305-B620-2B7CD6D49C5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05C062-4B86-4B86-B2AF-C98165F3A8EB}">
      <dgm:prSet/>
      <dgm:spPr/>
      <dgm:t>
        <a:bodyPr/>
        <a:lstStyle/>
        <a:p>
          <a:r>
            <a:rPr lang="pl-PL"/>
            <a:t>p – rząd autoregresji </a:t>
          </a:r>
          <a:endParaRPr lang="en-US"/>
        </a:p>
      </dgm:t>
    </dgm:pt>
    <dgm:pt modelId="{A58AB39E-1D6B-45D0-89E5-8F5C2C9A6EDA}" type="parTrans" cxnId="{FFFC6939-9C06-4A33-A38A-7B8E5018A47D}">
      <dgm:prSet/>
      <dgm:spPr/>
      <dgm:t>
        <a:bodyPr/>
        <a:lstStyle/>
        <a:p>
          <a:endParaRPr lang="en-US"/>
        </a:p>
      </dgm:t>
    </dgm:pt>
    <dgm:pt modelId="{72E577E4-89CC-4831-8182-08938BEA5DA5}" type="sibTrans" cxnId="{FFFC6939-9C06-4A33-A38A-7B8E5018A47D}">
      <dgm:prSet/>
      <dgm:spPr/>
      <dgm:t>
        <a:bodyPr/>
        <a:lstStyle/>
        <a:p>
          <a:endParaRPr lang="en-US"/>
        </a:p>
      </dgm:t>
    </dgm:pt>
    <dgm:pt modelId="{AD9586FD-FD68-4918-A0C6-25E0F6AFCC7F}">
      <dgm:prSet/>
      <dgm:spPr/>
      <dgm:t>
        <a:bodyPr/>
        <a:lstStyle/>
        <a:p>
          <a:r>
            <a:rPr lang="pl-PL" b="1" dirty="0"/>
            <a:t>Ile poprzednich wartości pomaga przewidzieć kolejną</a:t>
          </a:r>
          <a:endParaRPr lang="en-US" b="1" dirty="0"/>
        </a:p>
      </dgm:t>
    </dgm:pt>
    <dgm:pt modelId="{94FA834E-FA4D-4DF7-BD00-032CAF30CCCD}" type="parTrans" cxnId="{DA780144-6A62-4424-9DB4-99EBD9799323}">
      <dgm:prSet/>
      <dgm:spPr/>
      <dgm:t>
        <a:bodyPr/>
        <a:lstStyle/>
        <a:p>
          <a:endParaRPr lang="en-US"/>
        </a:p>
      </dgm:t>
    </dgm:pt>
    <dgm:pt modelId="{41DE294F-8DA5-48A9-892F-AD788E8C0955}" type="sibTrans" cxnId="{DA780144-6A62-4424-9DB4-99EBD9799323}">
      <dgm:prSet/>
      <dgm:spPr/>
      <dgm:t>
        <a:bodyPr/>
        <a:lstStyle/>
        <a:p>
          <a:endParaRPr lang="en-US"/>
        </a:p>
      </dgm:t>
    </dgm:pt>
    <dgm:pt modelId="{48B61271-A8D7-4009-90ED-C07903335891}">
      <dgm:prSet/>
      <dgm:spPr/>
      <dgm:t>
        <a:bodyPr/>
        <a:lstStyle/>
        <a:p>
          <a:r>
            <a:rPr lang="pl-PL"/>
            <a:t>d – liczba zróżnicowań (usuwanie trendu)</a:t>
          </a:r>
          <a:endParaRPr lang="en-US"/>
        </a:p>
      </dgm:t>
    </dgm:pt>
    <dgm:pt modelId="{542045C9-4ACA-4FD2-BF88-57DFB861BE60}" type="parTrans" cxnId="{F0974214-51F3-4EA5-8976-11D66BEC494E}">
      <dgm:prSet/>
      <dgm:spPr/>
      <dgm:t>
        <a:bodyPr/>
        <a:lstStyle/>
        <a:p>
          <a:endParaRPr lang="en-US"/>
        </a:p>
      </dgm:t>
    </dgm:pt>
    <dgm:pt modelId="{EB058E65-1D17-458E-9AD6-4FA4AA6F11EA}" type="sibTrans" cxnId="{F0974214-51F3-4EA5-8976-11D66BEC494E}">
      <dgm:prSet/>
      <dgm:spPr/>
      <dgm:t>
        <a:bodyPr/>
        <a:lstStyle/>
        <a:p>
          <a:endParaRPr lang="en-US"/>
        </a:p>
      </dgm:t>
    </dgm:pt>
    <dgm:pt modelId="{0AAA1468-7141-49D3-81E1-264920AF09FF}">
      <dgm:prSet/>
      <dgm:spPr/>
      <dgm:t>
        <a:bodyPr/>
        <a:lstStyle/>
        <a:p>
          <a:r>
            <a:rPr lang="pl-PL" b="1" dirty="0"/>
            <a:t>Usuwa trend aby seria była stabilniejsza</a:t>
          </a:r>
          <a:endParaRPr lang="en-US" b="1" dirty="0"/>
        </a:p>
      </dgm:t>
    </dgm:pt>
    <dgm:pt modelId="{1727A59C-739F-4FCA-9807-EC62AAB0BA16}" type="parTrans" cxnId="{D7AA8AB6-FE99-4CD6-A29E-3A40D851E24A}">
      <dgm:prSet/>
      <dgm:spPr/>
      <dgm:t>
        <a:bodyPr/>
        <a:lstStyle/>
        <a:p>
          <a:endParaRPr lang="en-US"/>
        </a:p>
      </dgm:t>
    </dgm:pt>
    <dgm:pt modelId="{13334EF4-9C12-4B55-93C0-39F662B36089}" type="sibTrans" cxnId="{D7AA8AB6-FE99-4CD6-A29E-3A40D851E24A}">
      <dgm:prSet/>
      <dgm:spPr/>
      <dgm:t>
        <a:bodyPr/>
        <a:lstStyle/>
        <a:p>
          <a:endParaRPr lang="en-US"/>
        </a:p>
      </dgm:t>
    </dgm:pt>
    <dgm:pt modelId="{70415121-AD87-4253-94D7-2904442A3B0E}">
      <dgm:prSet/>
      <dgm:spPr/>
      <dgm:t>
        <a:bodyPr/>
        <a:lstStyle/>
        <a:p>
          <a:r>
            <a:rPr lang="pl-PL"/>
            <a:t>q – rząd średniej ruchomej </a:t>
          </a:r>
          <a:endParaRPr lang="en-US"/>
        </a:p>
      </dgm:t>
    </dgm:pt>
    <dgm:pt modelId="{5DBD5DDA-11A2-42BA-9DB3-DCAECDFC4AE0}" type="parTrans" cxnId="{E4FC1F19-8828-42C4-83CC-395698974EFD}">
      <dgm:prSet/>
      <dgm:spPr/>
      <dgm:t>
        <a:bodyPr/>
        <a:lstStyle/>
        <a:p>
          <a:endParaRPr lang="en-US"/>
        </a:p>
      </dgm:t>
    </dgm:pt>
    <dgm:pt modelId="{99FD6513-67D6-49FA-8A57-E6714DBFA1FB}" type="sibTrans" cxnId="{E4FC1F19-8828-42C4-83CC-395698974EFD}">
      <dgm:prSet/>
      <dgm:spPr/>
      <dgm:t>
        <a:bodyPr/>
        <a:lstStyle/>
        <a:p>
          <a:endParaRPr lang="en-US"/>
        </a:p>
      </dgm:t>
    </dgm:pt>
    <dgm:pt modelId="{368B9186-DD11-4018-8B32-AB7213C70288}">
      <dgm:prSet/>
      <dgm:spPr/>
      <dgm:t>
        <a:bodyPr/>
        <a:lstStyle/>
        <a:p>
          <a:r>
            <a:rPr lang="pl-PL" b="1" dirty="0"/>
            <a:t>Modeluje wpływ losowych zakłóceń (szumów)</a:t>
          </a:r>
          <a:endParaRPr lang="en-US" b="1" dirty="0"/>
        </a:p>
      </dgm:t>
    </dgm:pt>
    <dgm:pt modelId="{1E53BBE5-7D8F-4B8C-9A65-A7FBBC29FC45}" type="parTrans" cxnId="{B8A213AE-7961-4D0C-8C50-9C75A3D296AA}">
      <dgm:prSet/>
      <dgm:spPr/>
      <dgm:t>
        <a:bodyPr/>
        <a:lstStyle/>
        <a:p>
          <a:endParaRPr lang="en-US"/>
        </a:p>
      </dgm:t>
    </dgm:pt>
    <dgm:pt modelId="{C936DC15-D7D3-4673-8F83-F3D453FBD6FF}" type="sibTrans" cxnId="{B8A213AE-7961-4D0C-8C50-9C75A3D296AA}">
      <dgm:prSet/>
      <dgm:spPr/>
      <dgm:t>
        <a:bodyPr/>
        <a:lstStyle/>
        <a:p>
          <a:endParaRPr lang="en-US"/>
        </a:p>
      </dgm:t>
    </dgm:pt>
    <dgm:pt modelId="{05B5B082-DB4E-4AB4-8C97-21457455C06F}">
      <dgm:prSet/>
      <dgm:spPr/>
      <dgm:t>
        <a:bodyPr/>
        <a:lstStyle/>
        <a:p>
          <a:r>
            <a:rPr lang="pl-PL"/>
            <a:t>P,D,Q – część sezonowa</a:t>
          </a:r>
          <a:endParaRPr lang="en-US"/>
        </a:p>
      </dgm:t>
    </dgm:pt>
    <dgm:pt modelId="{6FDDDB94-287E-4F49-B578-B14A229124DB}" type="parTrans" cxnId="{5F9649F7-FF5A-4C9D-B3C9-CA089886D962}">
      <dgm:prSet/>
      <dgm:spPr/>
      <dgm:t>
        <a:bodyPr/>
        <a:lstStyle/>
        <a:p>
          <a:endParaRPr lang="en-US"/>
        </a:p>
      </dgm:t>
    </dgm:pt>
    <dgm:pt modelId="{26F6845C-FD39-40D1-81D1-239EAD7E0C77}" type="sibTrans" cxnId="{5F9649F7-FF5A-4C9D-B3C9-CA089886D962}">
      <dgm:prSet/>
      <dgm:spPr/>
      <dgm:t>
        <a:bodyPr/>
        <a:lstStyle/>
        <a:p>
          <a:endParaRPr lang="en-US"/>
        </a:p>
      </dgm:t>
    </dgm:pt>
    <dgm:pt modelId="{3FE7C282-B229-43DE-9B20-32E366E9EBE4}">
      <dgm:prSet/>
      <dgm:spPr/>
      <dgm:t>
        <a:bodyPr/>
        <a:lstStyle/>
        <a:p>
          <a:r>
            <a:rPr lang="pl-PL" b="1" dirty="0"/>
            <a:t>Tak samo jak dla </a:t>
          </a:r>
          <a:r>
            <a:rPr lang="pl-PL" b="1" dirty="0" err="1"/>
            <a:t>p,d,q</a:t>
          </a:r>
          <a:r>
            <a:rPr lang="pl-PL" b="1" dirty="0"/>
            <a:t>, ale dla sezonowości (np. cykl roczny)</a:t>
          </a:r>
          <a:endParaRPr lang="en-US" b="1" dirty="0"/>
        </a:p>
      </dgm:t>
    </dgm:pt>
    <dgm:pt modelId="{138005A6-250E-46C9-91C9-344A2C3B129E}" type="parTrans" cxnId="{4379B3FA-3330-4DB0-8AC2-2063E5D84F55}">
      <dgm:prSet/>
      <dgm:spPr/>
      <dgm:t>
        <a:bodyPr/>
        <a:lstStyle/>
        <a:p>
          <a:endParaRPr lang="en-US"/>
        </a:p>
      </dgm:t>
    </dgm:pt>
    <dgm:pt modelId="{3EDFD5AC-7FC0-4F97-BF92-13E7D5CA2B7E}" type="sibTrans" cxnId="{4379B3FA-3330-4DB0-8AC2-2063E5D84F55}">
      <dgm:prSet/>
      <dgm:spPr/>
      <dgm:t>
        <a:bodyPr/>
        <a:lstStyle/>
        <a:p>
          <a:endParaRPr lang="en-US"/>
        </a:p>
      </dgm:t>
    </dgm:pt>
    <dgm:pt modelId="{2569A0F6-FB28-44E0-A85F-B4D94611D14A}">
      <dgm:prSet/>
      <dgm:spPr/>
      <dgm:t>
        <a:bodyPr/>
        <a:lstStyle/>
        <a:p>
          <a:r>
            <a:rPr lang="pl-PL"/>
            <a:t>s – długość sezonu </a:t>
          </a:r>
          <a:endParaRPr lang="en-US"/>
        </a:p>
      </dgm:t>
    </dgm:pt>
    <dgm:pt modelId="{2D50C02D-5CC0-41F9-88AC-21420836D289}" type="parTrans" cxnId="{BE0C4C5E-CC74-4728-A474-B628F49A4031}">
      <dgm:prSet/>
      <dgm:spPr/>
      <dgm:t>
        <a:bodyPr/>
        <a:lstStyle/>
        <a:p>
          <a:endParaRPr lang="en-US"/>
        </a:p>
      </dgm:t>
    </dgm:pt>
    <dgm:pt modelId="{FC68AA23-5288-4346-A7B3-5A07BDDF43DB}" type="sibTrans" cxnId="{BE0C4C5E-CC74-4728-A474-B628F49A4031}">
      <dgm:prSet/>
      <dgm:spPr/>
      <dgm:t>
        <a:bodyPr/>
        <a:lstStyle/>
        <a:p>
          <a:endParaRPr lang="en-US"/>
        </a:p>
      </dgm:t>
    </dgm:pt>
    <dgm:pt modelId="{01286A8C-DDE5-4B80-B6F6-6544D6402B08}">
      <dgm:prSet/>
      <dgm:spPr/>
      <dgm:t>
        <a:bodyPr/>
        <a:lstStyle/>
        <a:p>
          <a:r>
            <a:rPr lang="pl-PL" b="1" dirty="0"/>
            <a:t>np. 12 miesięcy dla danych miesięcznych, 52 tygodnie dla danych tygodniowych</a:t>
          </a:r>
          <a:endParaRPr lang="en-US" b="1" dirty="0"/>
        </a:p>
      </dgm:t>
    </dgm:pt>
    <dgm:pt modelId="{D33090ED-8BF4-4474-9595-3989BBA68F67}" type="parTrans" cxnId="{24786D66-F6C1-4591-A51D-84F91CA3C5CB}">
      <dgm:prSet/>
      <dgm:spPr/>
      <dgm:t>
        <a:bodyPr/>
        <a:lstStyle/>
        <a:p>
          <a:endParaRPr lang="en-US"/>
        </a:p>
      </dgm:t>
    </dgm:pt>
    <dgm:pt modelId="{5FF68A35-4B4B-401C-8CE1-5E22797D94BE}" type="sibTrans" cxnId="{24786D66-F6C1-4591-A51D-84F91CA3C5CB}">
      <dgm:prSet/>
      <dgm:spPr/>
      <dgm:t>
        <a:bodyPr/>
        <a:lstStyle/>
        <a:p>
          <a:endParaRPr lang="en-US"/>
        </a:p>
      </dgm:t>
    </dgm:pt>
    <dgm:pt modelId="{F08249B2-6547-40AE-8D35-25B78B1911CB}" type="pres">
      <dgm:prSet presAssocID="{8656EE83-B90B-4305-B620-2B7CD6D49C51}" presName="Name0" presStyleCnt="0">
        <dgm:presLayoutVars>
          <dgm:dir/>
          <dgm:animLvl val="lvl"/>
          <dgm:resizeHandles val="exact"/>
        </dgm:presLayoutVars>
      </dgm:prSet>
      <dgm:spPr/>
    </dgm:pt>
    <dgm:pt modelId="{63FB46D8-828F-4BF4-A1DC-8548F7A1AE67}" type="pres">
      <dgm:prSet presAssocID="{4505C062-4B86-4B86-B2AF-C98165F3A8EB}" presName="linNode" presStyleCnt="0"/>
      <dgm:spPr/>
    </dgm:pt>
    <dgm:pt modelId="{46EB002B-AD2D-4981-8BB8-6F685CD2F605}" type="pres">
      <dgm:prSet presAssocID="{4505C062-4B86-4B86-B2AF-C98165F3A8EB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29A1703E-B8CD-4696-B1A6-022943BDC388}" type="pres">
      <dgm:prSet presAssocID="{4505C062-4B86-4B86-B2AF-C98165F3A8EB}" presName="descendantText" presStyleLbl="alignAccFollowNode1" presStyleIdx="0" presStyleCnt="5">
        <dgm:presLayoutVars>
          <dgm:bulletEnabled val="1"/>
        </dgm:presLayoutVars>
      </dgm:prSet>
      <dgm:spPr/>
    </dgm:pt>
    <dgm:pt modelId="{91381438-E3F3-4991-BF1D-6CE8F75077F9}" type="pres">
      <dgm:prSet presAssocID="{72E577E4-89CC-4831-8182-08938BEA5DA5}" presName="sp" presStyleCnt="0"/>
      <dgm:spPr/>
    </dgm:pt>
    <dgm:pt modelId="{CB62ABE7-29B7-4577-94CA-C8111617D314}" type="pres">
      <dgm:prSet presAssocID="{48B61271-A8D7-4009-90ED-C07903335891}" presName="linNode" presStyleCnt="0"/>
      <dgm:spPr/>
    </dgm:pt>
    <dgm:pt modelId="{13E792F4-86D2-4B2B-908A-C925005DA521}" type="pres">
      <dgm:prSet presAssocID="{48B61271-A8D7-4009-90ED-C07903335891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E6B51C91-BD3C-4CDE-9F62-3BD700CD1BAE}" type="pres">
      <dgm:prSet presAssocID="{48B61271-A8D7-4009-90ED-C07903335891}" presName="descendantText" presStyleLbl="alignAccFollowNode1" presStyleIdx="1" presStyleCnt="5">
        <dgm:presLayoutVars>
          <dgm:bulletEnabled val="1"/>
        </dgm:presLayoutVars>
      </dgm:prSet>
      <dgm:spPr/>
    </dgm:pt>
    <dgm:pt modelId="{27C38356-0EED-44F3-985B-FA58DEC246F3}" type="pres">
      <dgm:prSet presAssocID="{EB058E65-1D17-458E-9AD6-4FA4AA6F11EA}" presName="sp" presStyleCnt="0"/>
      <dgm:spPr/>
    </dgm:pt>
    <dgm:pt modelId="{D8313AB2-16E4-48B8-9D04-1826906BFCB5}" type="pres">
      <dgm:prSet presAssocID="{70415121-AD87-4253-94D7-2904442A3B0E}" presName="linNode" presStyleCnt="0"/>
      <dgm:spPr/>
    </dgm:pt>
    <dgm:pt modelId="{94713004-B1DD-4004-AA68-14F094ABDD41}" type="pres">
      <dgm:prSet presAssocID="{70415121-AD87-4253-94D7-2904442A3B0E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645AAD3B-FADB-46BA-A2FD-B51CC5DA7558}" type="pres">
      <dgm:prSet presAssocID="{70415121-AD87-4253-94D7-2904442A3B0E}" presName="descendantText" presStyleLbl="alignAccFollowNode1" presStyleIdx="2" presStyleCnt="5">
        <dgm:presLayoutVars>
          <dgm:bulletEnabled val="1"/>
        </dgm:presLayoutVars>
      </dgm:prSet>
      <dgm:spPr/>
    </dgm:pt>
    <dgm:pt modelId="{0A5F2298-58A2-4477-97E0-2C7CA6E246B6}" type="pres">
      <dgm:prSet presAssocID="{99FD6513-67D6-49FA-8A57-E6714DBFA1FB}" presName="sp" presStyleCnt="0"/>
      <dgm:spPr/>
    </dgm:pt>
    <dgm:pt modelId="{FC249BC3-ACAA-4432-B62A-1BF822EE8203}" type="pres">
      <dgm:prSet presAssocID="{05B5B082-DB4E-4AB4-8C97-21457455C06F}" presName="linNode" presStyleCnt="0"/>
      <dgm:spPr/>
    </dgm:pt>
    <dgm:pt modelId="{BB86B7C5-F5DC-422A-96DA-2FC405B31C11}" type="pres">
      <dgm:prSet presAssocID="{05B5B082-DB4E-4AB4-8C97-21457455C06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205A47B-DADB-47AC-9F68-47E655EC30FF}" type="pres">
      <dgm:prSet presAssocID="{05B5B082-DB4E-4AB4-8C97-21457455C06F}" presName="descendantText" presStyleLbl="alignAccFollowNode1" presStyleIdx="3" presStyleCnt="5">
        <dgm:presLayoutVars>
          <dgm:bulletEnabled val="1"/>
        </dgm:presLayoutVars>
      </dgm:prSet>
      <dgm:spPr/>
    </dgm:pt>
    <dgm:pt modelId="{AAA9B57C-5B2C-4CE7-9DC1-C90032F9164B}" type="pres">
      <dgm:prSet presAssocID="{26F6845C-FD39-40D1-81D1-239EAD7E0C77}" presName="sp" presStyleCnt="0"/>
      <dgm:spPr/>
    </dgm:pt>
    <dgm:pt modelId="{08BD3D08-81BB-46BD-9A73-9A54C4823523}" type="pres">
      <dgm:prSet presAssocID="{2569A0F6-FB28-44E0-A85F-B4D94611D14A}" presName="linNode" presStyleCnt="0"/>
      <dgm:spPr/>
    </dgm:pt>
    <dgm:pt modelId="{E9999520-EE34-4A1B-9F1F-570BC7EE3037}" type="pres">
      <dgm:prSet presAssocID="{2569A0F6-FB28-44E0-A85F-B4D94611D14A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12DDC1FB-7078-4692-B856-30498B3204D2}" type="pres">
      <dgm:prSet presAssocID="{2569A0F6-FB28-44E0-A85F-B4D94611D14A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A66FD608-E7FA-4931-BE4A-79A75E8B8362}" type="presOf" srcId="{AD9586FD-FD68-4918-A0C6-25E0F6AFCC7F}" destId="{29A1703E-B8CD-4696-B1A6-022943BDC388}" srcOrd="0" destOrd="0" presId="urn:microsoft.com/office/officeart/2005/8/layout/vList5"/>
    <dgm:cxn modelId="{F0974214-51F3-4EA5-8976-11D66BEC494E}" srcId="{8656EE83-B90B-4305-B620-2B7CD6D49C51}" destId="{48B61271-A8D7-4009-90ED-C07903335891}" srcOrd="1" destOrd="0" parTransId="{542045C9-4ACA-4FD2-BF88-57DFB861BE60}" sibTransId="{EB058E65-1D17-458E-9AD6-4FA4AA6F11EA}"/>
    <dgm:cxn modelId="{E4FC1F19-8828-42C4-83CC-395698974EFD}" srcId="{8656EE83-B90B-4305-B620-2B7CD6D49C51}" destId="{70415121-AD87-4253-94D7-2904442A3B0E}" srcOrd="2" destOrd="0" parTransId="{5DBD5DDA-11A2-42BA-9DB3-DCAECDFC4AE0}" sibTransId="{99FD6513-67D6-49FA-8A57-E6714DBFA1FB}"/>
    <dgm:cxn modelId="{EAE4C51D-CC95-4F05-B6C5-388466D20CBD}" type="presOf" srcId="{368B9186-DD11-4018-8B32-AB7213C70288}" destId="{645AAD3B-FADB-46BA-A2FD-B51CC5DA7558}" srcOrd="0" destOrd="0" presId="urn:microsoft.com/office/officeart/2005/8/layout/vList5"/>
    <dgm:cxn modelId="{FFFC6939-9C06-4A33-A38A-7B8E5018A47D}" srcId="{8656EE83-B90B-4305-B620-2B7CD6D49C51}" destId="{4505C062-4B86-4B86-B2AF-C98165F3A8EB}" srcOrd="0" destOrd="0" parTransId="{A58AB39E-1D6B-45D0-89E5-8F5C2C9A6EDA}" sibTransId="{72E577E4-89CC-4831-8182-08938BEA5DA5}"/>
    <dgm:cxn modelId="{BE0C4C5E-CC74-4728-A474-B628F49A4031}" srcId="{8656EE83-B90B-4305-B620-2B7CD6D49C51}" destId="{2569A0F6-FB28-44E0-A85F-B4D94611D14A}" srcOrd="4" destOrd="0" parTransId="{2D50C02D-5CC0-41F9-88AC-21420836D289}" sibTransId="{FC68AA23-5288-4346-A7B3-5A07BDDF43DB}"/>
    <dgm:cxn modelId="{1DEC7C63-D473-4469-B2EA-1998B060B759}" type="presOf" srcId="{0AAA1468-7141-49D3-81E1-264920AF09FF}" destId="{E6B51C91-BD3C-4CDE-9F62-3BD700CD1BAE}" srcOrd="0" destOrd="0" presId="urn:microsoft.com/office/officeart/2005/8/layout/vList5"/>
    <dgm:cxn modelId="{E7EADF63-40D3-4EE8-8DFE-F6C357D07662}" type="presOf" srcId="{8656EE83-B90B-4305-B620-2B7CD6D49C51}" destId="{F08249B2-6547-40AE-8D35-25B78B1911CB}" srcOrd="0" destOrd="0" presId="urn:microsoft.com/office/officeart/2005/8/layout/vList5"/>
    <dgm:cxn modelId="{DA780144-6A62-4424-9DB4-99EBD9799323}" srcId="{4505C062-4B86-4B86-B2AF-C98165F3A8EB}" destId="{AD9586FD-FD68-4918-A0C6-25E0F6AFCC7F}" srcOrd="0" destOrd="0" parTransId="{94FA834E-FA4D-4DF7-BD00-032CAF30CCCD}" sibTransId="{41DE294F-8DA5-48A9-892F-AD788E8C0955}"/>
    <dgm:cxn modelId="{24786D66-F6C1-4591-A51D-84F91CA3C5CB}" srcId="{2569A0F6-FB28-44E0-A85F-B4D94611D14A}" destId="{01286A8C-DDE5-4B80-B6F6-6544D6402B08}" srcOrd="0" destOrd="0" parTransId="{D33090ED-8BF4-4474-9595-3989BBA68F67}" sibTransId="{5FF68A35-4B4B-401C-8CE1-5E22797D94BE}"/>
    <dgm:cxn modelId="{30CB5846-BE28-411E-A754-93F205C1FF44}" type="presOf" srcId="{4505C062-4B86-4B86-B2AF-C98165F3A8EB}" destId="{46EB002B-AD2D-4981-8BB8-6F685CD2F605}" srcOrd="0" destOrd="0" presId="urn:microsoft.com/office/officeart/2005/8/layout/vList5"/>
    <dgm:cxn modelId="{AC14B84B-AD7C-43D1-868B-A5102D57DDCB}" type="presOf" srcId="{01286A8C-DDE5-4B80-B6F6-6544D6402B08}" destId="{12DDC1FB-7078-4692-B856-30498B3204D2}" srcOrd="0" destOrd="0" presId="urn:microsoft.com/office/officeart/2005/8/layout/vList5"/>
    <dgm:cxn modelId="{51B3855A-2523-4F69-9483-253718C27A4C}" type="presOf" srcId="{2569A0F6-FB28-44E0-A85F-B4D94611D14A}" destId="{E9999520-EE34-4A1B-9F1F-570BC7EE3037}" srcOrd="0" destOrd="0" presId="urn:microsoft.com/office/officeart/2005/8/layout/vList5"/>
    <dgm:cxn modelId="{7C5E1CA8-2F9F-4F59-91B8-43B62D3B08D3}" type="presOf" srcId="{48B61271-A8D7-4009-90ED-C07903335891}" destId="{13E792F4-86D2-4B2B-908A-C925005DA521}" srcOrd="0" destOrd="0" presId="urn:microsoft.com/office/officeart/2005/8/layout/vList5"/>
    <dgm:cxn modelId="{B8A213AE-7961-4D0C-8C50-9C75A3D296AA}" srcId="{70415121-AD87-4253-94D7-2904442A3B0E}" destId="{368B9186-DD11-4018-8B32-AB7213C70288}" srcOrd="0" destOrd="0" parTransId="{1E53BBE5-7D8F-4B8C-9A65-A7FBBC29FC45}" sibTransId="{C936DC15-D7D3-4673-8F83-F3D453FBD6FF}"/>
    <dgm:cxn modelId="{D7AA8AB6-FE99-4CD6-A29E-3A40D851E24A}" srcId="{48B61271-A8D7-4009-90ED-C07903335891}" destId="{0AAA1468-7141-49D3-81E1-264920AF09FF}" srcOrd="0" destOrd="0" parTransId="{1727A59C-739F-4FCA-9807-EC62AAB0BA16}" sibTransId="{13334EF4-9C12-4B55-93C0-39F662B36089}"/>
    <dgm:cxn modelId="{D71A2FBB-05AD-443D-AFED-71850DC683F4}" type="presOf" srcId="{05B5B082-DB4E-4AB4-8C97-21457455C06F}" destId="{BB86B7C5-F5DC-422A-96DA-2FC405B31C11}" srcOrd="0" destOrd="0" presId="urn:microsoft.com/office/officeart/2005/8/layout/vList5"/>
    <dgm:cxn modelId="{2922C2DA-8072-4CC5-9F79-EC192ED9F7FD}" type="presOf" srcId="{70415121-AD87-4253-94D7-2904442A3B0E}" destId="{94713004-B1DD-4004-AA68-14F094ABDD41}" srcOrd="0" destOrd="0" presId="urn:microsoft.com/office/officeart/2005/8/layout/vList5"/>
    <dgm:cxn modelId="{7185A0E8-6A7A-4350-AD78-7135F0F6D1C6}" type="presOf" srcId="{3FE7C282-B229-43DE-9B20-32E366E9EBE4}" destId="{D205A47B-DADB-47AC-9F68-47E655EC30FF}" srcOrd="0" destOrd="0" presId="urn:microsoft.com/office/officeart/2005/8/layout/vList5"/>
    <dgm:cxn modelId="{5F9649F7-FF5A-4C9D-B3C9-CA089886D962}" srcId="{8656EE83-B90B-4305-B620-2B7CD6D49C51}" destId="{05B5B082-DB4E-4AB4-8C97-21457455C06F}" srcOrd="3" destOrd="0" parTransId="{6FDDDB94-287E-4F49-B578-B14A229124DB}" sibTransId="{26F6845C-FD39-40D1-81D1-239EAD7E0C77}"/>
    <dgm:cxn modelId="{4379B3FA-3330-4DB0-8AC2-2063E5D84F55}" srcId="{05B5B082-DB4E-4AB4-8C97-21457455C06F}" destId="{3FE7C282-B229-43DE-9B20-32E366E9EBE4}" srcOrd="0" destOrd="0" parTransId="{138005A6-250E-46C9-91C9-344A2C3B129E}" sibTransId="{3EDFD5AC-7FC0-4F97-BF92-13E7D5CA2B7E}"/>
    <dgm:cxn modelId="{9B5E053C-9A17-475D-8F67-6B74F810988E}" type="presParOf" srcId="{F08249B2-6547-40AE-8D35-25B78B1911CB}" destId="{63FB46D8-828F-4BF4-A1DC-8548F7A1AE67}" srcOrd="0" destOrd="0" presId="urn:microsoft.com/office/officeart/2005/8/layout/vList5"/>
    <dgm:cxn modelId="{4EC7EE4D-738C-4654-A75C-0649613C3444}" type="presParOf" srcId="{63FB46D8-828F-4BF4-A1DC-8548F7A1AE67}" destId="{46EB002B-AD2D-4981-8BB8-6F685CD2F605}" srcOrd="0" destOrd="0" presId="urn:microsoft.com/office/officeart/2005/8/layout/vList5"/>
    <dgm:cxn modelId="{A1F9BB6F-71FF-4088-B537-A3E401F7FED0}" type="presParOf" srcId="{63FB46D8-828F-4BF4-A1DC-8548F7A1AE67}" destId="{29A1703E-B8CD-4696-B1A6-022943BDC388}" srcOrd="1" destOrd="0" presId="urn:microsoft.com/office/officeart/2005/8/layout/vList5"/>
    <dgm:cxn modelId="{734BB967-DD98-497A-ABEE-39EA0454168C}" type="presParOf" srcId="{F08249B2-6547-40AE-8D35-25B78B1911CB}" destId="{91381438-E3F3-4991-BF1D-6CE8F75077F9}" srcOrd="1" destOrd="0" presId="urn:microsoft.com/office/officeart/2005/8/layout/vList5"/>
    <dgm:cxn modelId="{B5C6420A-5469-44B1-9CBE-705B77EFBB0A}" type="presParOf" srcId="{F08249B2-6547-40AE-8D35-25B78B1911CB}" destId="{CB62ABE7-29B7-4577-94CA-C8111617D314}" srcOrd="2" destOrd="0" presId="urn:microsoft.com/office/officeart/2005/8/layout/vList5"/>
    <dgm:cxn modelId="{ADA802F8-507D-4CE0-984C-A69053D2108C}" type="presParOf" srcId="{CB62ABE7-29B7-4577-94CA-C8111617D314}" destId="{13E792F4-86D2-4B2B-908A-C925005DA521}" srcOrd="0" destOrd="0" presId="urn:microsoft.com/office/officeart/2005/8/layout/vList5"/>
    <dgm:cxn modelId="{13C18C81-24F2-418E-990F-EF792B4E2492}" type="presParOf" srcId="{CB62ABE7-29B7-4577-94CA-C8111617D314}" destId="{E6B51C91-BD3C-4CDE-9F62-3BD700CD1BAE}" srcOrd="1" destOrd="0" presId="urn:microsoft.com/office/officeart/2005/8/layout/vList5"/>
    <dgm:cxn modelId="{0A24A9E2-B86A-4D98-95E1-F8A3E3556E90}" type="presParOf" srcId="{F08249B2-6547-40AE-8D35-25B78B1911CB}" destId="{27C38356-0EED-44F3-985B-FA58DEC246F3}" srcOrd="3" destOrd="0" presId="urn:microsoft.com/office/officeart/2005/8/layout/vList5"/>
    <dgm:cxn modelId="{D013A5DC-8869-4E61-B1F7-1D2DB2B2559B}" type="presParOf" srcId="{F08249B2-6547-40AE-8D35-25B78B1911CB}" destId="{D8313AB2-16E4-48B8-9D04-1826906BFCB5}" srcOrd="4" destOrd="0" presId="urn:microsoft.com/office/officeart/2005/8/layout/vList5"/>
    <dgm:cxn modelId="{257197A2-2662-48CC-A595-D0A48F1AAD78}" type="presParOf" srcId="{D8313AB2-16E4-48B8-9D04-1826906BFCB5}" destId="{94713004-B1DD-4004-AA68-14F094ABDD41}" srcOrd="0" destOrd="0" presId="urn:microsoft.com/office/officeart/2005/8/layout/vList5"/>
    <dgm:cxn modelId="{7634CE00-2FDF-4346-9DA4-B6A651728D5E}" type="presParOf" srcId="{D8313AB2-16E4-48B8-9D04-1826906BFCB5}" destId="{645AAD3B-FADB-46BA-A2FD-B51CC5DA7558}" srcOrd="1" destOrd="0" presId="urn:microsoft.com/office/officeart/2005/8/layout/vList5"/>
    <dgm:cxn modelId="{AA4F68EE-9F34-4E40-9B8E-CA5385BEC173}" type="presParOf" srcId="{F08249B2-6547-40AE-8D35-25B78B1911CB}" destId="{0A5F2298-58A2-4477-97E0-2C7CA6E246B6}" srcOrd="5" destOrd="0" presId="urn:microsoft.com/office/officeart/2005/8/layout/vList5"/>
    <dgm:cxn modelId="{9B7EC3BB-0364-4CBB-9725-6D3C5213CD43}" type="presParOf" srcId="{F08249B2-6547-40AE-8D35-25B78B1911CB}" destId="{FC249BC3-ACAA-4432-B62A-1BF822EE8203}" srcOrd="6" destOrd="0" presId="urn:microsoft.com/office/officeart/2005/8/layout/vList5"/>
    <dgm:cxn modelId="{9DA70097-4EE4-4203-A158-C4A076093F33}" type="presParOf" srcId="{FC249BC3-ACAA-4432-B62A-1BF822EE8203}" destId="{BB86B7C5-F5DC-422A-96DA-2FC405B31C11}" srcOrd="0" destOrd="0" presId="urn:microsoft.com/office/officeart/2005/8/layout/vList5"/>
    <dgm:cxn modelId="{20387BC4-5221-4E80-9C5E-A80B3F424AD4}" type="presParOf" srcId="{FC249BC3-ACAA-4432-B62A-1BF822EE8203}" destId="{D205A47B-DADB-47AC-9F68-47E655EC30FF}" srcOrd="1" destOrd="0" presId="urn:microsoft.com/office/officeart/2005/8/layout/vList5"/>
    <dgm:cxn modelId="{16B3E21C-75BB-4C83-A1C6-312BB35F6E1C}" type="presParOf" srcId="{F08249B2-6547-40AE-8D35-25B78B1911CB}" destId="{AAA9B57C-5B2C-4CE7-9DC1-C90032F9164B}" srcOrd="7" destOrd="0" presId="urn:microsoft.com/office/officeart/2005/8/layout/vList5"/>
    <dgm:cxn modelId="{69AC9E27-2CBB-4C41-9F79-9EFC91548431}" type="presParOf" srcId="{F08249B2-6547-40AE-8D35-25B78B1911CB}" destId="{08BD3D08-81BB-46BD-9A73-9A54C4823523}" srcOrd="8" destOrd="0" presId="urn:microsoft.com/office/officeart/2005/8/layout/vList5"/>
    <dgm:cxn modelId="{BA0A0616-9877-4ADC-B577-030D775A3CB8}" type="presParOf" srcId="{08BD3D08-81BB-46BD-9A73-9A54C4823523}" destId="{E9999520-EE34-4A1B-9F1F-570BC7EE3037}" srcOrd="0" destOrd="0" presId="urn:microsoft.com/office/officeart/2005/8/layout/vList5"/>
    <dgm:cxn modelId="{A1AE4739-1EBB-44C0-9651-483F21ED776A}" type="presParOf" srcId="{08BD3D08-81BB-46BD-9A73-9A54C4823523}" destId="{12DDC1FB-7078-4692-B856-30498B3204D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00050E-4A4F-483D-A011-7B940A1F78C1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A5D0EA2-F89D-4071-BB13-A563208E4980}">
      <dgm:prSet/>
      <dgm:spPr/>
      <dgm:t>
        <a:bodyPr/>
        <a:lstStyle/>
        <a:p>
          <a:r>
            <a:rPr lang="pl-PL"/>
            <a:t>Jest to model prognostyczny użyty do projektu</a:t>
          </a:r>
          <a:endParaRPr lang="en-US"/>
        </a:p>
      </dgm:t>
    </dgm:pt>
    <dgm:pt modelId="{470C447A-07A6-4911-9FD1-F820E1BA24AB}" type="parTrans" cxnId="{82DDC53E-1E16-4BC9-9F6E-EA002916DB8E}">
      <dgm:prSet/>
      <dgm:spPr/>
      <dgm:t>
        <a:bodyPr/>
        <a:lstStyle/>
        <a:p>
          <a:endParaRPr lang="en-US"/>
        </a:p>
      </dgm:t>
    </dgm:pt>
    <dgm:pt modelId="{DD4C7B9D-9E9C-49C1-A980-3DEB8B16D610}" type="sibTrans" cxnId="{82DDC53E-1E16-4BC9-9F6E-EA002916DB8E}">
      <dgm:prSet/>
      <dgm:spPr/>
      <dgm:t>
        <a:bodyPr/>
        <a:lstStyle/>
        <a:p>
          <a:endParaRPr lang="en-US"/>
        </a:p>
      </dgm:t>
    </dgm:pt>
    <dgm:pt modelId="{8E0E91DD-A29B-4EB7-9636-8AEFC99C006D}">
      <dgm:prSet/>
      <dgm:spPr/>
      <dgm:t>
        <a:bodyPr/>
        <a:lstStyle/>
        <a:p>
          <a:r>
            <a:rPr lang="pl-PL"/>
            <a:t>Rozszerzona wersja modelu ARIMA</a:t>
          </a:r>
          <a:endParaRPr lang="en-US"/>
        </a:p>
      </dgm:t>
    </dgm:pt>
    <dgm:pt modelId="{F8DD5D1E-6A7E-48A9-B85A-9CAB7DDCB71B}" type="parTrans" cxnId="{80AAF70F-0F44-4EF1-A2C4-D66C8CE06B66}">
      <dgm:prSet/>
      <dgm:spPr/>
      <dgm:t>
        <a:bodyPr/>
        <a:lstStyle/>
        <a:p>
          <a:endParaRPr lang="en-US"/>
        </a:p>
      </dgm:t>
    </dgm:pt>
    <dgm:pt modelId="{B51B23BB-50B8-4206-9020-18B51D30C8DF}" type="sibTrans" cxnId="{80AAF70F-0F44-4EF1-A2C4-D66C8CE06B66}">
      <dgm:prSet/>
      <dgm:spPr/>
      <dgm:t>
        <a:bodyPr/>
        <a:lstStyle/>
        <a:p>
          <a:endParaRPr lang="en-US"/>
        </a:p>
      </dgm:t>
    </dgm:pt>
    <dgm:pt modelId="{00F68F93-9FF5-45E7-AAF7-9C62F2DC5DEC}">
      <dgm:prSet/>
      <dgm:spPr/>
      <dgm:t>
        <a:bodyPr/>
        <a:lstStyle/>
        <a:p>
          <a:r>
            <a:rPr lang="pl-PL"/>
            <a:t>Dobry do danych finansowych o charakterze czasowym</a:t>
          </a:r>
          <a:endParaRPr lang="en-US"/>
        </a:p>
      </dgm:t>
    </dgm:pt>
    <dgm:pt modelId="{3D55840E-AA50-4A53-BB34-C96CD44C66B1}" type="parTrans" cxnId="{C0B55549-84D3-4504-BF0C-F90002B916AD}">
      <dgm:prSet/>
      <dgm:spPr/>
      <dgm:t>
        <a:bodyPr/>
        <a:lstStyle/>
        <a:p>
          <a:endParaRPr lang="en-US"/>
        </a:p>
      </dgm:t>
    </dgm:pt>
    <dgm:pt modelId="{A3A62DD8-BD1B-4A62-BC58-2B2998941080}" type="sibTrans" cxnId="{C0B55549-84D3-4504-BF0C-F90002B916AD}">
      <dgm:prSet/>
      <dgm:spPr/>
      <dgm:t>
        <a:bodyPr/>
        <a:lstStyle/>
        <a:p>
          <a:endParaRPr lang="en-US"/>
        </a:p>
      </dgm:t>
    </dgm:pt>
    <dgm:pt modelId="{A9F96C4F-8DBD-40BA-B45B-E98FEF29414B}">
      <dgm:prSet/>
      <dgm:spPr/>
      <dgm:t>
        <a:bodyPr/>
        <a:lstStyle/>
        <a:p>
          <a:r>
            <a:rPr lang="pl-PL" dirty="0"/>
            <a:t>Daje prognozy o wysokiej jakości przy niewielkich wymaganiach obliczeniowych</a:t>
          </a:r>
          <a:endParaRPr lang="en-US" dirty="0"/>
        </a:p>
      </dgm:t>
    </dgm:pt>
    <dgm:pt modelId="{3DE49A55-B092-4E2F-B676-DF6A208C01E9}" type="parTrans" cxnId="{C1B3BDDA-BD31-4C22-BB74-A7BAD78CD27E}">
      <dgm:prSet/>
      <dgm:spPr/>
      <dgm:t>
        <a:bodyPr/>
        <a:lstStyle/>
        <a:p>
          <a:endParaRPr lang="en-US"/>
        </a:p>
      </dgm:t>
    </dgm:pt>
    <dgm:pt modelId="{5A3FC73C-9D96-4988-BB49-225B93AC72FC}" type="sibTrans" cxnId="{C1B3BDDA-BD31-4C22-BB74-A7BAD78CD27E}">
      <dgm:prSet/>
      <dgm:spPr/>
      <dgm:t>
        <a:bodyPr/>
        <a:lstStyle/>
        <a:p>
          <a:endParaRPr lang="en-US"/>
        </a:p>
      </dgm:t>
    </dgm:pt>
    <dgm:pt modelId="{4F6D882E-20A1-45F4-A7F9-53183680C29D}">
      <dgm:prSet/>
      <dgm:spPr/>
      <dgm:t>
        <a:bodyPr/>
        <a:lstStyle/>
        <a:p>
          <a:r>
            <a:rPr lang="pl-PL" dirty="0"/>
            <a:t>SARIMA był najlepszym wyborem, ponieważ: </a:t>
          </a:r>
          <a:endParaRPr lang="en-US" dirty="0"/>
        </a:p>
      </dgm:t>
    </dgm:pt>
    <dgm:pt modelId="{865FF298-5EEB-4E8D-A4F9-3C45D0F9A8E3}" type="parTrans" cxnId="{169BDCE9-1FE3-4E2E-99DF-CDBF39CBBA60}">
      <dgm:prSet/>
      <dgm:spPr/>
      <dgm:t>
        <a:bodyPr/>
        <a:lstStyle/>
        <a:p>
          <a:endParaRPr lang="en-US"/>
        </a:p>
      </dgm:t>
    </dgm:pt>
    <dgm:pt modelId="{E890D087-6104-45A2-AEC8-97D1C254230B}" type="sibTrans" cxnId="{169BDCE9-1FE3-4E2E-99DF-CDBF39CBBA60}">
      <dgm:prSet/>
      <dgm:spPr/>
      <dgm:t>
        <a:bodyPr/>
        <a:lstStyle/>
        <a:p>
          <a:endParaRPr lang="en-US"/>
        </a:p>
      </dgm:t>
    </dgm:pt>
    <dgm:pt modelId="{561EF34C-CDF1-4495-9952-12D90B609435}">
      <dgm:prSet/>
      <dgm:spPr/>
      <dgm:t>
        <a:bodyPr/>
        <a:lstStyle/>
        <a:p>
          <a:r>
            <a:rPr lang="pl-PL"/>
            <a:t>Radzi sobie z trendem</a:t>
          </a:r>
          <a:endParaRPr lang="en-US"/>
        </a:p>
      </dgm:t>
    </dgm:pt>
    <dgm:pt modelId="{73E66AB9-D9B2-4851-B1BB-3EC5DB95ECB4}" type="parTrans" cxnId="{522D3460-246C-465B-B654-D78F4397D386}">
      <dgm:prSet/>
      <dgm:spPr/>
      <dgm:t>
        <a:bodyPr/>
        <a:lstStyle/>
        <a:p>
          <a:endParaRPr lang="en-US"/>
        </a:p>
      </dgm:t>
    </dgm:pt>
    <dgm:pt modelId="{A47BCDCE-38E4-4CFF-BD1A-F868E936D196}" type="sibTrans" cxnId="{522D3460-246C-465B-B654-D78F4397D386}">
      <dgm:prSet/>
      <dgm:spPr/>
      <dgm:t>
        <a:bodyPr/>
        <a:lstStyle/>
        <a:p>
          <a:endParaRPr lang="en-US"/>
        </a:p>
      </dgm:t>
    </dgm:pt>
    <dgm:pt modelId="{C5551B9B-F044-4BF3-A498-928AAC1DAC7C}">
      <dgm:prSet/>
      <dgm:spPr/>
      <dgm:t>
        <a:bodyPr/>
        <a:lstStyle/>
        <a:p>
          <a:r>
            <a:rPr lang="pl-PL"/>
            <a:t>Radzi sobie z sezonowością</a:t>
          </a:r>
          <a:endParaRPr lang="en-US"/>
        </a:p>
      </dgm:t>
    </dgm:pt>
    <dgm:pt modelId="{066F3FD3-EF0F-402C-A183-3CE0B7141EC7}" type="parTrans" cxnId="{6BDB5190-FF9C-4CCA-BA8E-71E84247E1B2}">
      <dgm:prSet/>
      <dgm:spPr/>
      <dgm:t>
        <a:bodyPr/>
        <a:lstStyle/>
        <a:p>
          <a:endParaRPr lang="en-US"/>
        </a:p>
      </dgm:t>
    </dgm:pt>
    <dgm:pt modelId="{B0192F6E-9E69-45C6-A7BB-9F28CBE7C452}" type="sibTrans" cxnId="{6BDB5190-FF9C-4CCA-BA8E-71E84247E1B2}">
      <dgm:prSet/>
      <dgm:spPr/>
      <dgm:t>
        <a:bodyPr/>
        <a:lstStyle/>
        <a:p>
          <a:endParaRPr lang="en-US"/>
        </a:p>
      </dgm:t>
    </dgm:pt>
    <dgm:pt modelId="{7751E4C6-4921-4701-A85F-C73F084BDD2C}" type="pres">
      <dgm:prSet presAssocID="{FA00050E-4A4F-483D-A011-7B940A1F78C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A55261D-445B-45AB-BED8-BA48BDEB1465}" type="pres">
      <dgm:prSet presAssocID="{FA5D0EA2-F89D-4071-BB13-A563208E4980}" presName="hierRoot1" presStyleCnt="0">
        <dgm:presLayoutVars>
          <dgm:hierBranch val="init"/>
        </dgm:presLayoutVars>
      </dgm:prSet>
      <dgm:spPr/>
    </dgm:pt>
    <dgm:pt modelId="{EFD223E3-BACE-4664-B499-1A1B940BB79D}" type="pres">
      <dgm:prSet presAssocID="{FA5D0EA2-F89D-4071-BB13-A563208E4980}" presName="rootComposite1" presStyleCnt="0"/>
      <dgm:spPr/>
    </dgm:pt>
    <dgm:pt modelId="{EA78CAC3-9564-4102-B4E8-2EDCC00F4A05}" type="pres">
      <dgm:prSet presAssocID="{FA5D0EA2-F89D-4071-BB13-A563208E4980}" presName="rootText1" presStyleLbl="node0" presStyleIdx="0" presStyleCnt="5">
        <dgm:presLayoutVars>
          <dgm:chPref val="3"/>
        </dgm:presLayoutVars>
      </dgm:prSet>
      <dgm:spPr/>
    </dgm:pt>
    <dgm:pt modelId="{E73FD342-6104-4926-B900-13734E0A01C2}" type="pres">
      <dgm:prSet presAssocID="{FA5D0EA2-F89D-4071-BB13-A563208E4980}" presName="rootConnector1" presStyleLbl="node1" presStyleIdx="0" presStyleCnt="0"/>
      <dgm:spPr/>
    </dgm:pt>
    <dgm:pt modelId="{92EAD3F9-D98F-420E-A2A5-E5843BEE7FEB}" type="pres">
      <dgm:prSet presAssocID="{FA5D0EA2-F89D-4071-BB13-A563208E4980}" presName="hierChild2" presStyleCnt="0"/>
      <dgm:spPr/>
    </dgm:pt>
    <dgm:pt modelId="{20572D36-D206-4810-B3F8-0867509653ED}" type="pres">
      <dgm:prSet presAssocID="{FA5D0EA2-F89D-4071-BB13-A563208E4980}" presName="hierChild3" presStyleCnt="0"/>
      <dgm:spPr/>
    </dgm:pt>
    <dgm:pt modelId="{D096C306-0BCB-4604-A3FE-972592270D22}" type="pres">
      <dgm:prSet presAssocID="{8E0E91DD-A29B-4EB7-9636-8AEFC99C006D}" presName="hierRoot1" presStyleCnt="0">
        <dgm:presLayoutVars>
          <dgm:hierBranch val="init"/>
        </dgm:presLayoutVars>
      </dgm:prSet>
      <dgm:spPr/>
    </dgm:pt>
    <dgm:pt modelId="{12511BC7-B037-41D7-96D0-341B6E4F8D6B}" type="pres">
      <dgm:prSet presAssocID="{8E0E91DD-A29B-4EB7-9636-8AEFC99C006D}" presName="rootComposite1" presStyleCnt="0"/>
      <dgm:spPr/>
    </dgm:pt>
    <dgm:pt modelId="{49503501-1688-4C5F-938E-46BED84B2AE9}" type="pres">
      <dgm:prSet presAssocID="{8E0E91DD-A29B-4EB7-9636-8AEFC99C006D}" presName="rootText1" presStyleLbl="node0" presStyleIdx="1" presStyleCnt="5">
        <dgm:presLayoutVars>
          <dgm:chPref val="3"/>
        </dgm:presLayoutVars>
      </dgm:prSet>
      <dgm:spPr/>
    </dgm:pt>
    <dgm:pt modelId="{AB2D5958-498E-4CA7-9D57-0223236CDEA8}" type="pres">
      <dgm:prSet presAssocID="{8E0E91DD-A29B-4EB7-9636-8AEFC99C006D}" presName="rootConnector1" presStyleLbl="node1" presStyleIdx="0" presStyleCnt="0"/>
      <dgm:spPr/>
    </dgm:pt>
    <dgm:pt modelId="{96E3E4D2-AD74-4E6A-BB09-266728272954}" type="pres">
      <dgm:prSet presAssocID="{8E0E91DD-A29B-4EB7-9636-8AEFC99C006D}" presName="hierChild2" presStyleCnt="0"/>
      <dgm:spPr/>
    </dgm:pt>
    <dgm:pt modelId="{16CF847D-04E0-49AE-A1AC-F7C29F7E02A3}" type="pres">
      <dgm:prSet presAssocID="{8E0E91DD-A29B-4EB7-9636-8AEFC99C006D}" presName="hierChild3" presStyleCnt="0"/>
      <dgm:spPr/>
    </dgm:pt>
    <dgm:pt modelId="{D75324E5-191B-49FE-97CF-8D4744951C87}" type="pres">
      <dgm:prSet presAssocID="{00F68F93-9FF5-45E7-AAF7-9C62F2DC5DEC}" presName="hierRoot1" presStyleCnt="0">
        <dgm:presLayoutVars>
          <dgm:hierBranch val="init"/>
        </dgm:presLayoutVars>
      </dgm:prSet>
      <dgm:spPr/>
    </dgm:pt>
    <dgm:pt modelId="{3A90AF96-9DBA-418B-95BB-4753C090B212}" type="pres">
      <dgm:prSet presAssocID="{00F68F93-9FF5-45E7-AAF7-9C62F2DC5DEC}" presName="rootComposite1" presStyleCnt="0"/>
      <dgm:spPr/>
    </dgm:pt>
    <dgm:pt modelId="{D9A540EA-FC77-4B06-83E8-88D741209DA4}" type="pres">
      <dgm:prSet presAssocID="{00F68F93-9FF5-45E7-AAF7-9C62F2DC5DEC}" presName="rootText1" presStyleLbl="node0" presStyleIdx="2" presStyleCnt="5">
        <dgm:presLayoutVars>
          <dgm:chPref val="3"/>
        </dgm:presLayoutVars>
      </dgm:prSet>
      <dgm:spPr/>
    </dgm:pt>
    <dgm:pt modelId="{AE7F7D32-4A82-45F5-AA83-F4ABEA687B49}" type="pres">
      <dgm:prSet presAssocID="{00F68F93-9FF5-45E7-AAF7-9C62F2DC5DEC}" presName="rootConnector1" presStyleLbl="node1" presStyleIdx="0" presStyleCnt="0"/>
      <dgm:spPr/>
    </dgm:pt>
    <dgm:pt modelId="{1AB1CF68-80B1-4D81-8EE3-4DE2DBA4FA5A}" type="pres">
      <dgm:prSet presAssocID="{00F68F93-9FF5-45E7-AAF7-9C62F2DC5DEC}" presName="hierChild2" presStyleCnt="0"/>
      <dgm:spPr/>
    </dgm:pt>
    <dgm:pt modelId="{E1FCE109-1E2A-4F61-A879-CAB536F74F4C}" type="pres">
      <dgm:prSet presAssocID="{00F68F93-9FF5-45E7-AAF7-9C62F2DC5DEC}" presName="hierChild3" presStyleCnt="0"/>
      <dgm:spPr/>
    </dgm:pt>
    <dgm:pt modelId="{7F0035BC-BFA5-4204-AEFE-6876CE0459EE}" type="pres">
      <dgm:prSet presAssocID="{A9F96C4F-8DBD-40BA-B45B-E98FEF29414B}" presName="hierRoot1" presStyleCnt="0">
        <dgm:presLayoutVars>
          <dgm:hierBranch val="init"/>
        </dgm:presLayoutVars>
      </dgm:prSet>
      <dgm:spPr/>
    </dgm:pt>
    <dgm:pt modelId="{C54E460D-B42D-44F2-B9D8-76D3E3FD2CDE}" type="pres">
      <dgm:prSet presAssocID="{A9F96C4F-8DBD-40BA-B45B-E98FEF29414B}" presName="rootComposite1" presStyleCnt="0"/>
      <dgm:spPr/>
    </dgm:pt>
    <dgm:pt modelId="{DF9B63BD-6591-4333-880E-7D523321634F}" type="pres">
      <dgm:prSet presAssocID="{A9F96C4F-8DBD-40BA-B45B-E98FEF29414B}" presName="rootText1" presStyleLbl="node0" presStyleIdx="3" presStyleCnt="5">
        <dgm:presLayoutVars>
          <dgm:chPref val="3"/>
        </dgm:presLayoutVars>
      </dgm:prSet>
      <dgm:spPr/>
    </dgm:pt>
    <dgm:pt modelId="{364A1DD0-5625-4004-AD05-40D4C722374C}" type="pres">
      <dgm:prSet presAssocID="{A9F96C4F-8DBD-40BA-B45B-E98FEF29414B}" presName="rootConnector1" presStyleLbl="node1" presStyleIdx="0" presStyleCnt="0"/>
      <dgm:spPr/>
    </dgm:pt>
    <dgm:pt modelId="{A931F372-1A77-43C5-AEC2-4EF95CE5FEA0}" type="pres">
      <dgm:prSet presAssocID="{A9F96C4F-8DBD-40BA-B45B-E98FEF29414B}" presName="hierChild2" presStyleCnt="0"/>
      <dgm:spPr/>
    </dgm:pt>
    <dgm:pt modelId="{48A3B39F-BD56-433D-AAED-E08F37A7D2BC}" type="pres">
      <dgm:prSet presAssocID="{A9F96C4F-8DBD-40BA-B45B-E98FEF29414B}" presName="hierChild3" presStyleCnt="0"/>
      <dgm:spPr/>
    </dgm:pt>
    <dgm:pt modelId="{8D2E2827-C94E-483D-A190-FE9275EFE9B1}" type="pres">
      <dgm:prSet presAssocID="{4F6D882E-20A1-45F4-A7F9-53183680C29D}" presName="hierRoot1" presStyleCnt="0">
        <dgm:presLayoutVars>
          <dgm:hierBranch val="init"/>
        </dgm:presLayoutVars>
      </dgm:prSet>
      <dgm:spPr/>
    </dgm:pt>
    <dgm:pt modelId="{39CF5CDA-09E5-4E83-ADBF-2D7700D209B1}" type="pres">
      <dgm:prSet presAssocID="{4F6D882E-20A1-45F4-A7F9-53183680C29D}" presName="rootComposite1" presStyleCnt="0"/>
      <dgm:spPr/>
    </dgm:pt>
    <dgm:pt modelId="{FDF178B4-9EEA-472D-915A-2BCFF70FB490}" type="pres">
      <dgm:prSet presAssocID="{4F6D882E-20A1-45F4-A7F9-53183680C29D}" presName="rootText1" presStyleLbl="node0" presStyleIdx="4" presStyleCnt="5">
        <dgm:presLayoutVars>
          <dgm:chPref val="3"/>
        </dgm:presLayoutVars>
      </dgm:prSet>
      <dgm:spPr/>
    </dgm:pt>
    <dgm:pt modelId="{0D11E242-4942-455D-BC39-6B3FC7992F26}" type="pres">
      <dgm:prSet presAssocID="{4F6D882E-20A1-45F4-A7F9-53183680C29D}" presName="rootConnector1" presStyleLbl="node1" presStyleIdx="0" presStyleCnt="0"/>
      <dgm:spPr/>
    </dgm:pt>
    <dgm:pt modelId="{DB2BD7FB-DB0D-4F96-B753-7E2A5EBC690C}" type="pres">
      <dgm:prSet presAssocID="{4F6D882E-20A1-45F4-A7F9-53183680C29D}" presName="hierChild2" presStyleCnt="0"/>
      <dgm:spPr/>
    </dgm:pt>
    <dgm:pt modelId="{4581F274-059E-4960-A6C1-B17C3815F0F4}" type="pres">
      <dgm:prSet presAssocID="{73E66AB9-D9B2-4851-B1BB-3EC5DB95ECB4}" presName="Name64" presStyleLbl="parChTrans1D2" presStyleIdx="0" presStyleCnt="2"/>
      <dgm:spPr/>
    </dgm:pt>
    <dgm:pt modelId="{A1AFF3B5-8EAB-4721-A0B5-F771537651F5}" type="pres">
      <dgm:prSet presAssocID="{561EF34C-CDF1-4495-9952-12D90B609435}" presName="hierRoot2" presStyleCnt="0">
        <dgm:presLayoutVars>
          <dgm:hierBranch val="init"/>
        </dgm:presLayoutVars>
      </dgm:prSet>
      <dgm:spPr/>
    </dgm:pt>
    <dgm:pt modelId="{8596B2F3-493D-41FB-B86D-43D73B7CCFD5}" type="pres">
      <dgm:prSet presAssocID="{561EF34C-CDF1-4495-9952-12D90B609435}" presName="rootComposite" presStyleCnt="0"/>
      <dgm:spPr/>
    </dgm:pt>
    <dgm:pt modelId="{3F015158-371F-44A3-A825-9FB1D29FA12C}" type="pres">
      <dgm:prSet presAssocID="{561EF34C-CDF1-4495-9952-12D90B609435}" presName="rootText" presStyleLbl="node2" presStyleIdx="0" presStyleCnt="2">
        <dgm:presLayoutVars>
          <dgm:chPref val="3"/>
        </dgm:presLayoutVars>
      </dgm:prSet>
      <dgm:spPr/>
    </dgm:pt>
    <dgm:pt modelId="{BD64A381-FFBF-48FD-964E-63BCBC6C1F08}" type="pres">
      <dgm:prSet presAssocID="{561EF34C-CDF1-4495-9952-12D90B609435}" presName="rootConnector" presStyleLbl="node2" presStyleIdx="0" presStyleCnt="2"/>
      <dgm:spPr/>
    </dgm:pt>
    <dgm:pt modelId="{BC985B13-330D-4358-8143-CBAB8F86994F}" type="pres">
      <dgm:prSet presAssocID="{561EF34C-CDF1-4495-9952-12D90B609435}" presName="hierChild4" presStyleCnt="0"/>
      <dgm:spPr/>
    </dgm:pt>
    <dgm:pt modelId="{7DE81BDF-65A7-4767-96C4-692A7C7DBCA9}" type="pres">
      <dgm:prSet presAssocID="{561EF34C-CDF1-4495-9952-12D90B609435}" presName="hierChild5" presStyleCnt="0"/>
      <dgm:spPr/>
    </dgm:pt>
    <dgm:pt modelId="{97E4D8DE-6616-4193-9970-04F7946881AA}" type="pres">
      <dgm:prSet presAssocID="{066F3FD3-EF0F-402C-A183-3CE0B7141EC7}" presName="Name64" presStyleLbl="parChTrans1D2" presStyleIdx="1" presStyleCnt="2"/>
      <dgm:spPr/>
    </dgm:pt>
    <dgm:pt modelId="{C9935131-3EA4-49AD-B4E7-01AC2F875518}" type="pres">
      <dgm:prSet presAssocID="{C5551B9B-F044-4BF3-A498-928AAC1DAC7C}" presName="hierRoot2" presStyleCnt="0">
        <dgm:presLayoutVars>
          <dgm:hierBranch val="init"/>
        </dgm:presLayoutVars>
      </dgm:prSet>
      <dgm:spPr/>
    </dgm:pt>
    <dgm:pt modelId="{FF4ACB5B-2F1D-4FD4-B267-EE3EB026ADB3}" type="pres">
      <dgm:prSet presAssocID="{C5551B9B-F044-4BF3-A498-928AAC1DAC7C}" presName="rootComposite" presStyleCnt="0"/>
      <dgm:spPr/>
    </dgm:pt>
    <dgm:pt modelId="{31BC2DD0-2E0D-42F2-9DD1-C78EFB1D0E43}" type="pres">
      <dgm:prSet presAssocID="{C5551B9B-F044-4BF3-A498-928AAC1DAC7C}" presName="rootText" presStyleLbl="node2" presStyleIdx="1" presStyleCnt="2">
        <dgm:presLayoutVars>
          <dgm:chPref val="3"/>
        </dgm:presLayoutVars>
      </dgm:prSet>
      <dgm:spPr/>
    </dgm:pt>
    <dgm:pt modelId="{5B430125-9C25-499D-922D-86C551379849}" type="pres">
      <dgm:prSet presAssocID="{C5551B9B-F044-4BF3-A498-928AAC1DAC7C}" presName="rootConnector" presStyleLbl="node2" presStyleIdx="1" presStyleCnt="2"/>
      <dgm:spPr/>
    </dgm:pt>
    <dgm:pt modelId="{C0AD91FF-40B4-4934-9461-EB194A4FE1FF}" type="pres">
      <dgm:prSet presAssocID="{C5551B9B-F044-4BF3-A498-928AAC1DAC7C}" presName="hierChild4" presStyleCnt="0"/>
      <dgm:spPr/>
    </dgm:pt>
    <dgm:pt modelId="{6B387C27-98B7-429F-999D-39DF0C8FE110}" type="pres">
      <dgm:prSet presAssocID="{C5551B9B-F044-4BF3-A498-928AAC1DAC7C}" presName="hierChild5" presStyleCnt="0"/>
      <dgm:spPr/>
    </dgm:pt>
    <dgm:pt modelId="{2698C35F-693A-4EC4-A5A2-364ED419EA81}" type="pres">
      <dgm:prSet presAssocID="{4F6D882E-20A1-45F4-A7F9-53183680C29D}" presName="hierChild3" presStyleCnt="0"/>
      <dgm:spPr/>
    </dgm:pt>
  </dgm:ptLst>
  <dgm:cxnLst>
    <dgm:cxn modelId="{4840E504-1EE3-4661-A3BE-D721D7DB2437}" type="presOf" srcId="{00F68F93-9FF5-45E7-AAF7-9C62F2DC5DEC}" destId="{D9A540EA-FC77-4B06-83E8-88D741209DA4}" srcOrd="0" destOrd="0" presId="urn:microsoft.com/office/officeart/2009/3/layout/HorizontalOrganizationChart"/>
    <dgm:cxn modelId="{80AAF70F-0F44-4EF1-A2C4-D66C8CE06B66}" srcId="{FA00050E-4A4F-483D-A011-7B940A1F78C1}" destId="{8E0E91DD-A29B-4EB7-9636-8AEFC99C006D}" srcOrd="1" destOrd="0" parTransId="{F8DD5D1E-6A7E-48A9-B85A-9CAB7DDCB71B}" sibTransId="{B51B23BB-50B8-4206-9020-18B51D30C8DF}"/>
    <dgm:cxn modelId="{A9665120-BA9A-4C44-ABCB-023E120E23C4}" type="presOf" srcId="{8E0E91DD-A29B-4EB7-9636-8AEFC99C006D}" destId="{AB2D5958-498E-4CA7-9D57-0223236CDEA8}" srcOrd="1" destOrd="0" presId="urn:microsoft.com/office/officeart/2009/3/layout/HorizontalOrganizationChart"/>
    <dgm:cxn modelId="{98701C27-0BE1-48DE-8DDF-B4DAC7C98E4C}" type="presOf" srcId="{FA00050E-4A4F-483D-A011-7B940A1F78C1}" destId="{7751E4C6-4921-4701-A85F-C73F084BDD2C}" srcOrd="0" destOrd="0" presId="urn:microsoft.com/office/officeart/2009/3/layout/HorizontalOrganizationChart"/>
    <dgm:cxn modelId="{82DDC53E-1E16-4BC9-9F6E-EA002916DB8E}" srcId="{FA00050E-4A4F-483D-A011-7B940A1F78C1}" destId="{FA5D0EA2-F89D-4071-BB13-A563208E4980}" srcOrd="0" destOrd="0" parTransId="{470C447A-07A6-4911-9FD1-F820E1BA24AB}" sibTransId="{DD4C7B9D-9E9C-49C1-A980-3DEB8B16D610}"/>
    <dgm:cxn modelId="{522D3460-246C-465B-B654-D78F4397D386}" srcId="{4F6D882E-20A1-45F4-A7F9-53183680C29D}" destId="{561EF34C-CDF1-4495-9952-12D90B609435}" srcOrd="0" destOrd="0" parTransId="{73E66AB9-D9B2-4851-B1BB-3EC5DB95ECB4}" sibTransId="{A47BCDCE-38E4-4CFF-BD1A-F868E936D196}"/>
    <dgm:cxn modelId="{BBA52262-810C-47DD-9A65-A4C7A8C9AE80}" type="presOf" srcId="{A9F96C4F-8DBD-40BA-B45B-E98FEF29414B}" destId="{DF9B63BD-6591-4333-880E-7D523321634F}" srcOrd="0" destOrd="0" presId="urn:microsoft.com/office/officeart/2009/3/layout/HorizontalOrganizationChart"/>
    <dgm:cxn modelId="{29886F63-DC0A-486A-AEDC-1DE4DC60B03C}" type="presOf" srcId="{C5551B9B-F044-4BF3-A498-928AAC1DAC7C}" destId="{5B430125-9C25-499D-922D-86C551379849}" srcOrd="1" destOrd="0" presId="urn:microsoft.com/office/officeart/2009/3/layout/HorizontalOrganizationChart"/>
    <dgm:cxn modelId="{C0B55549-84D3-4504-BF0C-F90002B916AD}" srcId="{FA00050E-4A4F-483D-A011-7B940A1F78C1}" destId="{00F68F93-9FF5-45E7-AAF7-9C62F2DC5DEC}" srcOrd="2" destOrd="0" parTransId="{3D55840E-AA50-4A53-BB34-C96CD44C66B1}" sibTransId="{A3A62DD8-BD1B-4A62-BC58-2B2998941080}"/>
    <dgm:cxn modelId="{51F92752-DA91-4FF3-858B-CF6853DAFDB8}" type="presOf" srcId="{4F6D882E-20A1-45F4-A7F9-53183680C29D}" destId="{FDF178B4-9EEA-472D-915A-2BCFF70FB490}" srcOrd="0" destOrd="0" presId="urn:microsoft.com/office/officeart/2009/3/layout/HorizontalOrganizationChart"/>
    <dgm:cxn modelId="{1F73F775-A0A4-4C27-B3E0-7477D87C74C3}" type="presOf" srcId="{C5551B9B-F044-4BF3-A498-928AAC1DAC7C}" destId="{31BC2DD0-2E0D-42F2-9DD1-C78EFB1D0E43}" srcOrd="0" destOrd="0" presId="urn:microsoft.com/office/officeart/2009/3/layout/HorizontalOrganizationChart"/>
    <dgm:cxn modelId="{32688078-160D-4935-9B66-747BECB7C9F8}" type="presOf" srcId="{4F6D882E-20A1-45F4-A7F9-53183680C29D}" destId="{0D11E242-4942-455D-BC39-6B3FC7992F26}" srcOrd="1" destOrd="0" presId="urn:microsoft.com/office/officeart/2009/3/layout/HorizontalOrganizationChart"/>
    <dgm:cxn modelId="{7963C359-8C9D-4AD7-B4EB-6515CC6CF1BD}" type="presOf" srcId="{561EF34C-CDF1-4495-9952-12D90B609435}" destId="{BD64A381-FFBF-48FD-964E-63BCBC6C1F08}" srcOrd="1" destOrd="0" presId="urn:microsoft.com/office/officeart/2009/3/layout/HorizontalOrganizationChart"/>
    <dgm:cxn modelId="{44C1797F-90C4-4332-81BE-34A06EF524BC}" type="presOf" srcId="{00F68F93-9FF5-45E7-AAF7-9C62F2DC5DEC}" destId="{AE7F7D32-4A82-45F5-AA83-F4ABEA687B49}" srcOrd="1" destOrd="0" presId="urn:microsoft.com/office/officeart/2009/3/layout/HorizontalOrganizationChart"/>
    <dgm:cxn modelId="{F6E37387-F7AE-4F22-A7A7-290A6E845F65}" type="presOf" srcId="{8E0E91DD-A29B-4EB7-9636-8AEFC99C006D}" destId="{49503501-1688-4C5F-938E-46BED84B2AE9}" srcOrd="0" destOrd="0" presId="urn:microsoft.com/office/officeart/2009/3/layout/HorizontalOrganizationChart"/>
    <dgm:cxn modelId="{6BDB5190-FF9C-4CCA-BA8E-71E84247E1B2}" srcId="{4F6D882E-20A1-45F4-A7F9-53183680C29D}" destId="{C5551B9B-F044-4BF3-A498-928AAC1DAC7C}" srcOrd="1" destOrd="0" parTransId="{066F3FD3-EF0F-402C-A183-3CE0B7141EC7}" sibTransId="{B0192F6E-9E69-45C6-A7BB-9F28CBE7C452}"/>
    <dgm:cxn modelId="{BA5BC298-4E08-4653-A0B7-5269CE89283A}" type="presOf" srcId="{FA5D0EA2-F89D-4071-BB13-A563208E4980}" destId="{EA78CAC3-9564-4102-B4E8-2EDCC00F4A05}" srcOrd="0" destOrd="0" presId="urn:microsoft.com/office/officeart/2009/3/layout/HorizontalOrganizationChart"/>
    <dgm:cxn modelId="{5C2E73A7-1644-4934-A919-020B3434DF5F}" type="presOf" srcId="{561EF34C-CDF1-4495-9952-12D90B609435}" destId="{3F015158-371F-44A3-A825-9FB1D29FA12C}" srcOrd="0" destOrd="0" presId="urn:microsoft.com/office/officeart/2009/3/layout/HorizontalOrganizationChart"/>
    <dgm:cxn modelId="{636F15B4-72A4-49E4-9E91-79C84E480704}" type="presOf" srcId="{066F3FD3-EF0F-402C-A183-3CE0B7141EC7}" destId="{97E4D8DE-6616-4193-9970-04F7946881AA}" srcOrd="0" destOrd="0" presId="urn:microsoft.com/office/officeart/2009/3/layout/HorizontalOrganizationChart"/>
    <dgm:cxn modelId="{6C31BBBA-4A1A-4B7B-BDD4-845A2DBB0505}" type="presOf" srcId="{73E66AB9-D9B2-4851-B1BB-3EC5DB95ECB4}" destId="{4581F274-059E-4960-A6C1-B17C3815F0F4}" srcOrd="0" destOrd="0" presId="urn:microsoft.com/office/officeart/2009/3/layout/HorizontalOrganizationChart"/>
    <dgm:cxn modelId="{18537BCD-25AA-4417-A401-46EB77E76AE1}" type="presOf" srcId="{A9F96C4F-8DBD-40BA-B45B-E98FEF29414B}" destId="{364A1DD0-5625-4004-AD05-40D4C722374C}" srcOrd="1" destOrd="0" presId="urn:microsoft.com/office/officeart/2009/3/layout/HorizontalOrganizationChart"/>
    <dgm:cxn modelId="{C1B3BDDA-BD31-4C22-BB74-A7BAD78CD27E}" srcId="{FA00050E-4A4F-483D-A011-7B940A1F78C1}" destId="{A9F96C4F-8DBD-40BA-B45B-E98FEF29414B}" srcOrd="3" destOrd="0" parTransId="{3DE49A55-B092-4E2F-B676-DF6A208C01E9}" sibTransId="{5A3FC73C-9D96-4988-BB49-225B93AC72FC}"/>
    <dgm:cxn modelId="{169BDCE9-1FE3-4E2E-99DF-CDBF39CBBA60}" srcId="{FA00050E-4A4F-483D-A011-7B940A1F78C1}" destId="{4F6D882E-20A1-45F4-A7F9-53183680C29D}" srcOrd="4" destOrd="0" parTransId="{865FF298-5EEB-4E8D-A4F9-3C45D0F9A8E3}" sibTransId="{E890D087-6104-45A2-AEC8-97D1C254230B}"/>
    <dgm:cxn modelId="{FD831CF3-39DB-4AAC-A5CA-F6281354F15C}" type="presOf" srcId="{FA5D0EA2-F89D-4071-BB13-A563208E4980}" destId="{E73FD342-6104-4926-B900-13734E0A01C2}" srcOrd="1" destOrd="0" presId="urn:microsoft.com/office/officeart/2009/3/layout/HorizontalOrganizationChart"/>
    <dgm:cxn modelId="{79F74669-1FFC-4B8E-AF04-5D90A22D4867}" type="presParOf" srcId="{7751E4C6-4921-4701-A85F-C73F084BDD2C}" destId="{2A55261D-445B-45AB-BED8-BA48BDEB1465}" srcOrd="0" destOrd="0" presId="urn:microsoft.com/office/officeart/2009/3/layout/HorizontalOrganizationChart"/>
    <dgm:cxn modelId="{B9177DEE-031B-4444-AA5D-B3D7FFBC18F0}" type="presParOf" srcId="{2A55261D-445B-45AB-BED8-BA48BDEB1465}" destId="{EFD223E3-BACE-4664-B499-1A1B940BB79D}" srcOrd="0" destOrd="0" presId="urn:microsoft.com/office/officeart/2009/3/layout/HorizontalOrganizationChart"/>
    <dgm:cxn modelId="{67AA7321-908F-4EB1-8829-0CB2BA4587D8}" type="presParOf" srcId="{EFD223E3-BACE-4664-B499-1A1B940BB79D}" destId="{EA78CAC3-9564-4102-B4E8-2EDCC00F4A05}" srcOrd="0" destOrd="0" presId="urn:microsoft.com/office/officeart/2009/3/layout/HorizontalOrganizationChart"/>
    <dgm:cxn modelId="{5A0945AF-28E6-406A-AC90-ED3BBCBE422F}" type="presParOf" srcId="{EFD223E3-BACE-4664-B499-1A1B940BB79D}" destId="{E73FD342-6104-4926-B900-13734E0A01C2}" srcOrd="1" destOrd="0" presId="urn:microsoft.com/office/officeart/2009/3/layout/HorizontalOrganizationChart"/>
    <dgm:cxn modelId="{067C6C8B-6ACC-4781-B041-A9D1CEBE64D1}" type="presParOf" srcId="{2A55261D-445B-45AB-BED8-BA48BDEB1465}" destId="{92EAD3F9-D98F-420E-A2A5-E5843BEE7FEB}" srcOrd="1" destOrd="0" presId="urn:microsoft.com/office/officeart/2009/3/layout/HorizontalOrganizationChart"/>
    <dgm:cxn modelId="{5815C695-EE37-44AA-84B8-4A2335ECDC3B}" type="presParOf" srcId="{2A55261D-445B-45AB-BED8-BA48BDEB1465}" destId="{20572D36-D206-4810-B3F8-0867509653ED}" srcOrd="2" destOrd="0" presId="urn:microsoft.com/office/officeart/2009/3/layout/HorizontalOrganizationChart"/>
    <dgm:cxn modelId="{233E1B66-18B8-496F-B5B8-C721A36845FE}" type="presParOf" srcId="{7751E4C6-4921-4701-A85F-C73F084BDD2C}" destId="{D096C306-0BCB-4604-A3FE-972592270D22}" srcOrd="1" destOrd="0" presId="urn:microsoft.com/office/officeart/2009/3/layout/HorizontalOrganizationChart"/>
    <dgm:cxn modelId="{A9C7BD6E-FCCD-4799-B236-A2B595D82967}" type="presParOf" srcId="{D096C306-0BCB-4604-A3FE-972592270D22}" destId="{12511BC7-B037-41D7-96D0-341B6E4F8D6B}" srcOrd="0" destOrd="0" presId="urn:microsoft.com/office/officeart/2009/3/layout/HorizontalOrganizationChart"/>
    <dgm:cxn modelId="{F3AB861C-B5A3-4DCE-9E9D-E34EFBCD2974}" type="presParOf" srcId="{12511BC7-B037-41D7-96D0-341B6E4F8D6B}" destId="{49503501-1688-4C5F-938E-46BED84B2AE9}" srcOrd="0" destOrd="0" presId="urn:microsoft.com/office/officeart/2009/3/layout/HorizontalOrganizationChart"/>
    <dgm:cxn modelId="{8BCA12CA-5AAF-4157-A672-1F1B9DCC679B}" type="presParOf" srcId="{12511BC7-B037-41D7-96D0-341B6E4F8D6B}" destId="{AB2D5958-498E-4CA7-9D57-0223236CDEA8}" srcOrd="1" destOrd="0" presId="urn:microsoft.com/office/officeart/2009/3/layout/HorizontalOrganizationChart"/>
    <dgm:cxn modelId="{572DD1D7-C39D-42B7-8840-413341B20E79}" type="presParOf" srcId="{D096C306-0BCB-4604-A3FE-972592270D22}" destId="{96E3E4D2-AD74-4E6A-BB09-266728272954}" srcOrd="1" destOrd="0" presId="urn:microsoft.com/office/officeart/2009/3/layout/HorizontalOrganizationChart"/>
    <dgm:cxn modelId="{AE31DAA2-3C4E-485C-B162-B4DC76FDDB9D}" type="presParOf" srcId="{D096C306-0BCB-4604-A3FE-972592270D22}" destId="{16CF847D-04E0-49AE-A1AC-F7C29F7E02A3}" srcOrd="2" destOrd="0" presId="urn:microsoft.com/office/officeart/2009/3/layout/HorizontalOrganizationChart"/>
    <dgm:cxn modelId="{2A0B6812-668F-40FD-B013-98F48AFA137A}" type="presParOf" srcId="{7751E4C6-4921-4701-A85F-C73F084BDD2C}" destId="{D75324E5-191B-49FE-97CF-8D4744951C87}" srcOrd="2" destOrd="0" presId="urn:microsoft.com/office/officeart/2009/3/layout/HorizontalOrganizationChart"/>
    <dgm:cxn modelId="{82014B86-8764-4629-A7ED-93A86BF8A5AC}" type="presParOf" srcId="{D75324E5-191B-49FE-97CF-8D4744951C87}" destId="{3A90AF96-9DBA-418B-95BB-4753C090B212}" srcOrd="0" destOrd="0" presId="urn:microsoft.com/office/officeart/2009/3/layout/HorizontalOrganizationChart"/>
    <dgm:cxn modelId="{AC639B91-8EC5-460A-AA6D-5FDB5244A713}" type="presParOf" srcId="{3A90AF96-9DBA-418B-95BB-4753C090B212}" destId="{D9A540EA-FC77-4B06-83E8-88D741209DA4}" srcOrd="0" destOrd="0" presId="urn:microsoft.com/office/officeart/2009/3/layout/HorizontalOrganizationChart"/>
    <dgm:cxn modelId="{5ABA471C-C574-4DEE-9F80-03146F5BFA01}" type="presParOf" srcId="{3A90AF96-9DBA-418B-95BB-4753C090B212}" destId="{AE7F7D32-4A82-45F5-AA83-F4ABEA687B49}" srcOrd="1" destOrd="0" presId="urn:microsoft.com/office/officeart/2009/3/layout/HorizontalOrganizationChart"/>
    <dgm:cxn modelId="{2A9B8607-318E-401E-93A7-65A48201CD05}" type="presParOf" srcId="{D75324E5-191B-49FE-97CF-8D4744951C87}" destId="{1AB1CF68-80B1-4D81-8EE3-4DE2DBA4FA5A}" srcOrd="1" destOrd="0" presId="urn:microsoft.com/office/officeart/2009/3/layout/HorizontalOrganizationChart"/>
    <dgm:cxn modelId="{6FEA7514-DDA6-497F-8AB1-65744DE5C717}" type="presParOf" srcId="{D75324E5-191B-49FE-97CF-8D4744951C87}" destId="{E1FCE109-1E2A-4F61-A879-CAB536F74F4C}" srcOrd="2" destOrd="0" presId="urn:microsoft.com/office/officeart/2009/3/layout/HorizontalOrganizationChart"/>
    <dgm:cxn modelId="{7CCA9370-B573-4554-8FEE-4CF598EEA836}" type="presParOf" srcId="{7751E4C6-4921-4701-A85F-C73F084BDD2C}" destId="{7F0035BC-BFA5-4204-AEFE-6876CE0459EE}" srcOrd="3" destOrd="0" presId="urn:microsoft.com/office/officeart/2009/3/layout/HorizontalOrganizationChart"/>
    <dgm:cxn modelId="{0FAB9CA0-B07A-4140-B9DF-9C723CE33E19}" type="presParOf" srcId="{7F0035BC-BFA5-4204-AEFE-6876CE0459EE}" destId="{C54E460D-B42D-44F2-B9D8-76D3E3FD2CDE}" srcOrd="0" destOrd="0" presId="urn:microsoft.com/office/officeart/2009/3/layout/HorizontalOrganizationChart"/>
    <dgm:cxn modelId="{BE4B0798-14EE-4448-8502-A9308783F303}" type="presParOf" srcId="{C54E460D-B42D-44F2-B9D8-76D3E3FD2CDE}" destId="{DF9B63BD-6591-4333-880E-7D523321634F}" srcOrd="0" destOrd="0" presId="urn:microsoft.com/office/officeart/2009/3/layout/HorizontalOrganizationChart"/>
    <dgm:cxn modelId="{8748CD23-2A68-486B-A71D-BDA4E1361E4A}" type="presParOf" srcId="{C54E460D-B42D-44F2-B9D8-76D3E3FD2CDE}" destId="{364A1DD0-5625-4004-AD05-40D4C722374C}" srcOrd="1" destOrd="0" presId="urn:microsoft.com/office/officeart/2009/3/layout/HorizontalOrganizationChart"/>
    <dgm:cxn modelId="{1870ACD9-E2B1-4DAB-960C-EA466969D9C6}" type="presParOf" srcId="{7F0035BC-BFA5-4204-AEFE-6876CE0459EE}" destId="{A931F372-1A77-43C5-AEC2-4EF95CE5FEA0}" srcOrd="1" destOrd="0" presId="urn:microsoft.com/office/officeart/2009/3/layout/HorizontalOrganizationChart"/>
    <dgm:cxn modelId="{FC9CFEC0-453F-4144-AD75-19755E8ACADC}" type="presParOf" srcId="{7F0035BC-BFA5-4204-AEFE-6876CE0459EE}" destId="{48A3B39F-BD56-433D-AAED-E08F37A7D2BC}" srcOrd="2" destOrd="0" presId="urn:microsoft.com/office/officeart/2009/3/layout/HorizontalOrganizationChart"/>
    <dgm:cxn modelId="{45810144-6642-42A2-A2F0-3128747465AF}" type="presParOf" srcId="{7751E4C6-4921-4701-A85F-C73F084BDD2C}" destId="{8D2E2827-C94E-483D-A190-FE9275EFE9B1}" srcOrd="4" destOrd="0" presId="urn:microsoft.com/office/officeart/2009/3/layout/HorizontalOrganizationChart"/>
    <dgm:cxn modelId="{D996621E-EA8A-48B3-B0EC-4DD253ECAEB9}" type="presParOf" srcId="{8D2E2827-C94E-483D-A190-FE9275EFE9B1}" destId="{39CF5CDA-09E5-4E83-ADBF-2D7700D209B1}" srcOrd="0" destOrd="0" presId="urn:microsoft.com/office/officeart/2009/3/layout/HorizontalOrganizationChart"/>
    <dgm:cxn modelId="{F9E71D9F-D633-4EA7-9D6F-2516A954B605}" type="presParOf" srcId="{39CF5CDA-09E5-4E83-ADBF-2D7700D209B1}" destId="{FDF178B4-9EEA-472D-915A-2BCFF70FB490}" srcOrd="0" destOrd="0" presId="urn:microsoft.com/office/officeart/2009/3/layout/HorizontalOrganizationChart"/>
    <dgm:cxn modelId="{C72D4D52-120E-485D-A1DE-405747E468F5}" type="presParOf" srcId="{39CF5CDA-09E5-4E83-ADBF-2D7700D209B1}" destId="{0D11E242-4942-455D-BC39-6B3FC7992F26}" srcOrd="1" destOrd="0" presId="urn:microsoft.com/office/officeart/2009/3/layout/HorizontalOrganizationChart"/>
    <dgm:cxn modelId="{11241078-07AF-480C-847A-62E2096F6168}" type="presParOf" srcId="{8D2E2827-C94E-483D-A190-FE9275EFE9B1}" destId="{DB2BD7FB-DB0D-4F96-B753-7E2A5EBC690C}" srcOrd="1" destOrd="0" presId="urn:microsoft.com/office/officeart/2009/3/layout/HorizontalOrganizationChart"/>
    <dgm:cxn modelId="{78E04F78-144C-49C0-B073-F35C3182EAE2}" type="presParOf" srcId="{DB2BD7FB-DB0D-4F96-B753-7E2A5EBC690C}" destId="{4581F274-059E-4960-A6C1-B17C3815F0F4}" srcOrd="0" destOrd="0" presId="urn:microsoft.com/office/officeart/2009/3/layout/HorizontalOrganizationChart"/>
    <dgm:cxn modelId="{C4742263-1D57-48CE-A0C4-DA032BF727D9}" type="presParOf" srcId="{DB2BD7FB-DB0D-4F96-B753-7E2A5EBC690C}" destId="{A1AFF3B5-8EAB-4721-A0B5-F771537651F5}" srcOrd="1" destOrd="0" presId="urn:microsoft.com/office/officeart/2009/3/layout/HorizontalOrganizationChart"/>
    <dgm:cxn modelId="{7E1605F8-02E1-4B4B-8851-D04F7ED8174D}" type="presParOf" srcId="{A1AFF3B5-8EAB-4721-A0B5-F771537651F5}" destId="{8596B2F3-493D-41FB-B86D-43D73B7CCFD5}" srcOrd="0" destOrd="0" presId="urn:microsoft.com/office/officeart/2009/3/layout/HorizontalOrganizationChart"/>
    <dgm:cxn modelId="{C8FED56C-522F-4492-9F25-02B46A18C978}" type="presParOf" srcId="{8596B2F3-493D-41FB-B86D-43D73B7CCFD5}" destId="{3F015158-371F-44A3-A825-9FB1D29FA12C}" srcOrd="0" destOrd="0" presId="urn:microsoft.com/office/officeart/2009/3/layout/HorizontalOrganizationChart"/>
    <dgm:cxn modelId="{7FB8CE52-F3D1-4E60-89C8-0D2FB6564580}" type="presParOf" srcId="{8596B2F3-493D-41FB-B86D-43D73B7CCFD5}" destId="{BD64A381-FFBF-48FD-964E-63BCBC6C1F08}" srcOrd="1" destOrd="0" presId="urn:microsoft.com/office/officeart/2009/3/layout/HorizontalOrganizationChart"/>
    <dgm:cxn modelId="{E47B2627-CABB-41BB-8BB6-A9EE17643C36}" type="presParOf" srcId="{A1AFF3B5-8EAB-4721-A0B5-F771537651F5}" destId="{BC985B13-330D-4358-8143-CBAB8F86994F}" srcOrd="1" destOrd="0" presId="urn:microsoft.com/office/officeart/2009/3/layout/HorizontalOrganizationChart"/>
    <dgm:cxn modelId="{97DC4EE3-64F9-4EA5-BCBA-AD77785F12AE}" type="presParOf" srcId="{A1AFF3B5-8EAB-4721-A0B5-F771537651F5}" destId="{7DE81BDF-65A7-4767-96C4-692A7C7DBCA9}" srcOrd="2" destOrd="0" presId="urn:microsoft.com/office/officeart/2009/3/layout/HorizontalOrganizationChart"/>
    <dgm:cxn modelId="{4227BA2C-35AB-4A19-BF8A-BEA584D50354}" type="presParOf" srcId="{DB2BD7FB-DB0D-4F96-B753-7E2A5EBC690C}" destId="{97E4D8DE-6616-4193-9970-04F7946881AA}" srcOrd="2" destOrd="0" presId="urn:microsoft.com/office/officeart/2009/3/layout/HorizontalOrganizationChart"/>
    <dgm:cxn modelId="{40CE24CF-7DBB-4D08-A94C-EF8F52D6DAED}" type="presParOf" srcId="{DB2BD7FB-DB0D-4F96-B753-7E2A5EBC690C}" destId="{C9935131-3EA4-49AD-B4E7-01AC2F875518}" srcOrd="3" destOrd="0" presId="urn:microsoft.com/office/officeart/2009/3/layout/HorizontalOrganizationChart"/>
    <dgm:cxn modelId="{B89443FA-1797-4231-8E75-BC2C6A534383}" type="presParOf" srcId="{C9935131-3EA4-49AD-B4E7-01AC2F875518}" destId="{FF4ACB5B-2F1D-4FD4-B267-EE3EB026ADB3}" srcOrd="0" destOrd="0" presId="urn:microsoft.com/office/officeart/2009/3/layout/HorizontalOrganizationChart"/>
    <dgm:cxn modelId="{8FB7536F-5CE8-481E-BC93-DB9F95F38A58}" type="presParOf" srcId="{FF4ACB5B-2F1D-4FD4-B267-EE3EB026ADB3}" destId="{31BC2DD0-2E0D-42F2-9DD1-C78EFB1D0E43}" srcOrd="0" destOrd="0" presId="urn:microsoft.com/office/officeart/2009/3/layout/HorizontalOrganizationChart"/>
    <dgm:cxn modelId="{03ABF468-B97F-46AE-BFC6-075F0FE8F122}" type="presParOf" srcId="{FF4ACB5B-2F1D-4FD4-B267-EE3EB026ADB3}" destId="{5B430125-9C25-499D-922D-86C551379849}" srcOrd="1" destOrd="0" presId="urn:microsoft.com/office/officeart/2009/3/layout/HorizontalOrganizationChart"/>
    <dgm:cxn modelId="{A94B195A-FAE2-4898-9178-CE830B9F8FC3}" type="presParOf" srcId="{C9935131-3EA4-49AD-B4E7-01AC2F875518}" destId="{C0AD91FF-40B4-4934-9461-EB194A4FE1FF}" srcOrd="1" destOrd="0" presId="urn:microsoft.com/office/officeart/2009/3/layout/HorizontalOrganizationChart"/>
    <dgm:cxn modelId="{1318C666-8ADD-484B-A606-00A672F25957}" type="presParOf" srcId="{C9935131-3EA4-49AD-B4E7-01AC2F875518}" destId="{6B387C27-98B7-429F-999D-39DF0C8FE110}" srcOrd="2" destOrd="0" presId="urn:microsoft.com/office/officeart/2009/3/layout/HorizontalOrganizationChart"/>
    <dgm:cxn modelId="{AB5D53C4-C33E-4DA9-995C-775FACA97CD0}" type="presParOf" srcId="{8D2E2827-C94E-483D-A190-FE9275EFE9B1}" destId="{2698C35F-693A-4EC4-A5A2-364ED419EA8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656EE83-B90B-4305-B620-2B7CD6D49C51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05C062-4B86-4B86-B2AF-C98165F3A8EB}">
      <dgm:prSet/>
      <dgm:spPr/>
      <dgm:t>
        <a:bodyPr/>
        <a:lstStyle/>
        <a:p>
          <a:r>
            <a:rPr lang="pl-PL" dirty="0"/>
            <a:t>Umożliwia modelowanie trendu i sezonowości</a:t>
          </a:r>
          <a:endParaRPr lang="en-US" dirty="0"/>
        </a:p>
      </dgm:t>
    </dgm:pt>
    <dgm:pt modelId="{A58AB39E-1D6B-45D0-89E5-8F5C2C9A6EDA}" type="parTrans" cxnId="{FFFC6939-9C06-4A33-A38A-7B8E5018A47D}">
      <dgm:prSet/>
      <dgm:spPr/>
      <dgm:t>
        <a:bodyPr/>
        <a:lstStyle/>
        <a:p>
          <a:endParaRPr lang="en-US"/>
        </a:p>
      </dgm:t>
    </dgm:pt>
    <dgm:pt modelId="{72E577E4-89CC-4831-8182-08938BEA5DA5}" type="sibTrans" cxnId="{FFFC6939-9C06-4A33-A38A-7B8E5018A47D}">
      <dgm:prSet/>
      <dgm:spPr/>
      <dgm:t>
        <a:bodyPr/>
        <a:lstStyle/>
        <a:p>
          <a:endParaRPr lang="en-US"/>
        </a:p>
      </dgm:t>
    </dgm:pt>
    <dgm:pt modelId="{AD9586FD-FD68-4918-A0C6-25E0F6AFCC7F}">
      <dgm:prSet/>
      <dgm:spPr/>
      <dgm:t>
        <a:bodyPr/>
        <a:lstStyle/>
        <a:p>
          <a:r>
            <a:rPr lang="pl-PL" dirty="0"/>
            <a:t>dane finansowe często mają </a:t>
          </a:r>
          <a:r>
            <a:rPr lang="pl-PL"/>
            <a:t>trend i </a:t>
          </a:r>
          <a:r>
            <a:rPr lang="pl-PL" dirty="0"/>
            <a:t>sezonowość</a:t>
          </a:r>
          <a:endParaRPr lang="en-US" dirty="0"/>
        </a:p>
      </dgm:t>
    </dgm:pt>
    <dgm:pt modelId="{94FA834E-FA4D-4DF7-BD00-032CAF30CCCD}" type="parTrans" cxnId="{DA780144-6A62-4424-9DB4-99EBD9799323}">
      <dgm:prSet/>
      <dgm:spPr/>
      <dgm:t>
        <a:bodyPr/>
        <a:lstStyle/>
        <a:p>
          <a:endParaRPr lang="en-US"/>
        </a:p>
      </dgm:t>
    </dgm:pt>
    <dgm:pt modelId="{41DE294F-8DA5-48A9-892F-AD788E8C0955}" type="sibTrans" cxnId="{DA780144-6A62-4424-9DB4-99EBD9799323}">
      <dgm:prSet/>
      <dgm:spPr/>
      <dgm:t>
        <a:bodyPr/>
        <a:lstStyle/>
        <a:p>
          <a:endParaRPr lang="en-US"/>
        </a:p>
      </dgm:t>
    </dgm:pt>
    <dgm:pt modelId="{48B61271-A8D7-4009-90ED-C07903335891}">
      <dgm:prSet/>
      <dgm:spPr/>
      <dgm:t>
        <a:bodyPr/>
        <a:lstStyle/>
        <a:p>
          <a:r>
            <a:rPr lang="pl-PL" dirty="0"/>
            <a:t>Dobrze radzi sobie z szumem rynkowym</a:t>
          </a:r>
          <a:endParaRPr lang="en-US" dirty="0"/>
        </a:p>
      </dgm:t>
    </dgm:pt>
    <dgm:pt modelId="{542045C9-4ACA-4FD2-BF88-57DFB861BE60}" type="parTrans" cxnId="{F0974214-51F3-4EA5-8976-11D66BEC494E}">
      <dgm:prSet/>
      <dgm:spPr/>
      <dgm:t>
        <a:bodyPr/>
        <a:lstStyle/>
        <a:p>
          <a:endParaRPr lang="en-US"/>
        </a:p>
      </dgm:t>
    </dgm:pt>
    <dgm:pt modelId="{EB058E65-1D17-458E-9AD6-4FA4AA6F11EA}" type="sibTrans" cxnId="{F0974214-51F3-4EA5-8976-11D66BEC494E}">
      <dgm:prSet/>
      <dgm:spPr/>
      <dgm:t>
        <a:bodyPr/>
        <a:lstStyle/>
        <a:p>
          <a:endParaRPr lang="en-US"/>
        </a:p>
      </dgm:t>
    </dgm:pt>
    <dgm:pt modelId="{0AAA1468-7141-49D3-81E1-264920AF09FF}">
      <dgm:prSet/>
      <dgm:spPr/>
      <dgm:t>
        <a:bodyPr/>
        <a:lstStyle/>
        <a:p>
          <a:r>
            <a:rPr lang="pl-PL" dirty="0"/>
            <a:t>Pokazuje to dokładniejsze prognozy</a:t>
          </a:r>
          <a:endParaRPr lang="en-US" dirty="0"/>
        </a:p>
      </dgm:t>
    </dgm:pt>
    <dgm:pt modelId="{1727A59C-739F-4FCA-9807-EC62AAB0BA16}" type="parTrans" cxnId="{D7AA8AB6-FE99-4CD6-A29E-3A40D851E24A}">
      <dgm:prSet/>
      <dgm:spPr/>
      <dgm:t>
        <a:bodyPr/>
        <a:lstStyle/>
        <a:p>
          <a:endParaRPr lang="en-US"/>
        </a:p>
      </dgm:t>
    </dgm:pt>
    <dgm:pt modelId="{13334EF4-9C12-4B55-93C0-39F662B36089}" type="sibTrans" cxnId="{D7AA8AB6-FE99-4CD6-A29E-3A40D851E24A}">
      <dgm:prSet/>
      <dgm:spPr/>
      <dgm:t>
        <a:bodyPr/>
        <a:lstStyle/>
        <a:p>
          <a:endParaRPr lang="en-US"/>
        </a:p>
      </dgm:t>
    </dgm:pt>
    <dgm:pt modelId="{70415121-AD87-4253-94D7-2904442A3B0E}">
      <dgm:prSet/>
      <dgm:spPr/>
      <dgm:t>
        <a:bodyPr/>
        <a:lstStyle/>
        <a:p>
          <a:r>
            <a:rPr lang="pl-PL" dirty="0"/>
            <a:t>Stabilna i sprawdzona metoda w ekonomii</a:t>
          </a:r>
          <a:endParaRPr lang="en-US" dirty="0"/>
        </a:p>
      </dgm:t>
    </dgm:pt>
    <dgm:pt modelId="{5DBD5DDA-11A2-42BA-9DB3-DCAECDFC4AE0}" type="parTrans" cxnId="{E4FC1F19-8828-42C4-83CC-395698974EFD}">
      <dgm:prSet/>
      <dgm:spPr/>
      <dgm:t>
        <a:bodyPr/>
        <a:lstStyle/>
        <a:p>
          <a:endParaRPr lang="en-US"/>
        </a:p>
      </dgm:t>
    </dgm:pt>
    <dgm:pt modelId="{99FD6513-67D6-49FA-8A57-E6714DBFA1FB}" type="sibTrans" cxnId="{E4FC1F19-8828-42C4-83CC-395698974EFD}">
      <dgm:prSet/>
      <dgm:spPr/>
      <dgm:t>
        <a:bodyPr/>
        <a:lstStyle/>
        <a:p>
          <a:endParaRPr lang="en-US"/>
        </a:p>
      </dgm:t>
    </dgm:pt>
    <dgm:pt modelId="{368B9186-DD11-4018-8B32-AB7213C70288}">
      <dgm:prSet/>
      <dgm:spPr/>
      <dgm:t>
        <a:bodyPr/>
        <a:lstStyle/>
        <a:p>
          <a:r>
            <a:rPr lang="pl-PL" dirty="0"/>
            <a:t>Pokazuje dobre przewidywania prognozy</a:t>
          </a:r>
          <a:endParaRPr lang="en-US" dirty="0"/>
        </a:p>
      </dgm:t>
    </dgm:pt>
    <dgm:pt modelId="{1E53BBE5-7D8F-4B8C-9A65-A7FBBC29FC45}" type="parTrans" cxnId="{B8A213AE-7961-4D0C-8C50-9C75A3D296AA}">
      <dgm:prSet/>
      <dgm:spPr/>
      <dgm:t>
        <a:bodyPr/>
        <a:lstStyle/>
        <a:p>
          <a:endParaRPr lang="en-US"/>
        </a:p>
      </dgm:t>
    </dgm:pt>
    <dgm:pt modelId="{C936DC15-D7D3-4673-8F83-F3D453FBD6FF}" type="sibTrans" cxnId="{B8A213AE-7961-4D0C-8C50-9C75A3D296AA}">
      <dgm:prSet/>
      <dgm:spPr/>
      <dgm:t>
        <a:bodyPr/>
        <a:lstStyle/>
        <a:p>
          <a:endParaRPr lang="en-US"/>
        </a:p>
      </dgm:t>
    </dgm:pt>
    <dgm:pt modelId="{05B5B082-DB4E-4AB4-8C97-21457455C06F}">
      <dgm:prSet/>
      <dgm:spPr/>
      <dgm:t>
        <a:bodyPr/>
        <a:lstStyle/>
        <a:p>
          <a:r>
            <a:rPr lang="pl-PL" dirty="0"/>
            <a:t>Nie wymaga dużej mocy obliczeniowej</a:t>
          </a:r>
          <a:endParaRPr lang="en-US" dirty="0"/>
        </a:p>
      </dgm:t>
    </dgm:pt>
    <dgm:pt modelId="{6FDDDB94-287E-4F49-B578-B14A229124DB}" type="parTrans" cxnId="{5F9649F7-FF5A-4C9D-B3C9-CA089886D962}">
      <dgm:prSet/>
      <dgm:spPr/>
      <dgm:t>
        <a:bodyPr/>
        <a:lstStyle/>
        <a:p>
          <a:endParaRPr lang="en-US"/>
        </a:p>
      </dgm:t>
    </dgm:pt>
    <dgm:pt modelId="{26F6845C-FD39-40D1-81D1-239EAD7E0C77}" type="sibTrans" cxnId="{5F9649F7-FF5A-4C9D-B3C9-CA089886D962}">
      <dgm:prSet/>
      <dgm:spPr/>
      <dgm:t>
        <a:bodyPr/>
        <a:lstStyle/>
        <a:p>
          <a:endParaRPr lang="en-US"/>
        </a:p>
      </dgm:t>
    </dgm:pt>
    <dgm:pt modelId="{3FE7C282-B229-43DE-9B20-32E366E9EBE4}">
      <dgm:prSet/>
      <dgm:spPr/>
      <dgm:t>
        <a:bodyPr/>
        <a:lstStyle/>
        <a:p>
          <a:r>
            <a:rPr lang="pl-PL" dirty="0"/>
            <a:t>stosunkowo szybki do trenowania</a:t>
          </a:r>
          <a:endParaRPr lang="en-US" dirty="0"/>
        </a:p>
      </dgm:t>
    </dgm:pt>
    <dgm:pt modelId="{138005A6-250E-46C9-91C9-344A2C3B129E}" type="parTrans" cxnId="{4379B3FA-3330-4DB0-8AC2-2063E5D84F55}">
      <dgm:prSet/>
      <dgm:spPr/>
      <dgm:t>
        <a:bodyPr/>
        <a:lstStyle/>
        <a:p>
          <a:endParaRPr lang="en-US"/>
        </a:p>
      </dgm:t>
    </dgm:pt>
    <dgm:pt modelId="{3EDFD5AC-7FC0-4F97-BF92-13E7D5CA2B7E}" type="sibTrans" cxnId="{4379B3FA-3330-4DB0-8AC2-2063E5D84F55}">
      <dgm:prSet/>
      <dgm:spPr/>
      <dgm:t>
        <a:bodyPr/>
        <a:lstStyle/>
        <a:p>
          <a:endParaRPr lang="en-US"/>
        </a:p>
      </dgm:t>
    </dgm:pt>
    <dgm:pt modelId="{2569A0F6-FB28-44E0-A85F-B4D94611D14A}">
      <dgm:prSet/>
      <dgm:spPr/>
      <dgm:t>
        <a:bodyPr/>
        <a:lstStyle/>
        <a:p>
          <a:r>
            <a:rPr lang="pl-PL" dirty="0"/>
            <a:t>Skuteczna w krótkoterminowych prognozach</a:t>
          </a:r>
          <a:endParaRPr lang="en-US" dirty="0"/>
        </a:p>
      </dgm:t>
    </dgm:pt>
    <dgm:pt modelId="{2D50C02D-5CC0-41F9-88AC-21420836D289}" type="parTrans" cxnId="{BE0C4C5E-CC74-4728-A474-B628F49A4031}">
      <dgm:prSet/>
      <dgm:spPr/>
      <dgm:t>
        <a:bodyPr/>
        <a:lstStyle/>
        <a:p>
          <a:endParaRPr lang="en-US"/>
        </a:p>
      </dgm:t>
    </dgm:pt>
    <dgm:pt modelId="{FC68AA23-5288-4346-A7B3-5A07BDDF43DB}" type="sibTrans" cxnId="{BE0C4C5E-CC74-4728-A474-B628F49A4031}">
      <dgm:prSet/>
      <dgm:spPr/>
      <dgm:t>
        <a:bodyPr/>
        <a:lstStyle/>
        <a:p>
          <a:endParaRPr lang="en-US"/>
        </a:p>
      </dgm:t>
    </dgm:pt>
    <dgm:pt modelId="{01286A8C-DDE5-4B80-B6F6-6544D6402B08}">
      <dgm:prSet/>
      <dgm:spPr/>
      <dgm:t>
        <a:bodyPr/>
        <a:lstStyle/>
        <a:p>
          <a:r>
            <a:rPr lang="pl-PL" dirty="0"/>
            <a:t>Najlepiej sprawdza się przy przewidywaniu najbliższych wartości cen</a:t>
          </a:r>
          <a:endParaRPr lang="en-US" dirty="0"/>
        </a:p>
      </dgm:t>
    </dgm:pt>
    <dgm:pt modelId="{D33090ED-8BF4-4474-9595-3989BBA68F67}" type="parTrans" cxnId="{24786D66-F6C1-4591-A51D-84F91CA3C5CB}">
      <dgm:prSet/>
      <dgm:spPr/>
      <dgm:t>
        <a:bodyPr/>
        <a:lstStyle/>
        <a:p>
          <a:endParaRPr lang="en-US"/>
        </a:p>
      </dgm:t>
    </dgm:pt>
    <dgm:pt modelId="{5FF68A35-4B4B-401C-8CE1-5E22797D94BE}" type="sibTrans" cxnId="{24786D66-F6C1-4591-A51D-84F91CA3C5CB}">
      <dgm:prSet/>
      <dgm:spPr/>
      <dgm:t>
        <a:bodyPr/>
        <a:lstStyle/>
        <a:p>
          <a:endParaRPr lang="en-US"/>
        </a:p>
      </dgm:t>
    </dgm:pt>
    <dgm:pt modelId="{6D01A65F-EF62-40D3-BA8F-C41BFA49700E}" type="pres">
      <dgm:prSet presAssocID="{8656EE83-B90B-4305-B620-2B7CD6D49C5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F3941BB-23C1-4364-98F6-D7D3F9970829}" type="pres">
      <dgm:prSet presAssocID="{4505C062-4B86-4B86-B2AF-C98165F3A8EB}" presName="root" presStyleCnt="0"/>
      <dgm:spPr/>
    </dgm:pt>
    <dgm:pt modelId="{C3C8F05A-09C8-4830-AE3E-3A7CB498B25D}" type="pres">
      <dgm:prSet presAssocID="{4505C062-4B86-4B86-B2AF-C98165F3A8EB}" presName="rootComposite" presStyleCnt="0"/>
      <dgm:spPr/>
    </dgm:pt>
    <dgm:pt modelId="{83E77705-F50A-4F32-9711-1753A866A9D1}" type="pres">
      <dgm:prSet presAssocID="{4505C062-4B86-4B86-B2AF-C98165F3A8EB}" presName="rootText" presStyleLbl="node1" presStyleIdx="0" presStyleCnt="5"/>
      <dgm:spPr/>
    </dgm:pt>
    <dgm:pt modelId="{7F7BD851-6352-4DFC-9D0B-75347EDED4F5}" type="pres">
      <dgm:prSet presAssocID="{4505C062-4B86-4B86-B2AF-C98165F3A8EB}" presName="rootConnector" presStyleLbl="node1" presStyleIdx="0" presStyleCnt="5"/>
      <dgm:spPr/>
    </dgm:pt>
    <dgm:pt modelId="{27213653-DD82-4F12-850B-8C63137EEE89}" type="pres">
      <dgm:prSet presAssocID="{4505C062-4B86-4B86-B2AF-C98165F3A8EB}" presName="childShape" presStyleCnt="0"/>
      <dgm:spPr/>
    </dgm:pt>
    <dgm:pt modelId="{B3D37C5A-C546-4E54-AAB2-D36CC6CE4501}" type="pres">
      <dgm:prSet presAssocID="{94FA834E-FA4D-4DF7-BD00-032CAF30CCCD}" presName="Name13" presStyleLbl="parChTrans1D2" presStyleIdx="0" presStyleCnt="5"/>
      <dgm:spPr/>
    </dgm:pt>
    <dgm:pt modelId="{0EFE4551-6405-4C93-A561-7D0DA23A6ACA}" type="pres">
      <dgm:prSet presAssocID="{AD9586FD-FD68-4918-A0C6-25E0F6AFCC7F}" presName="childText" presStyleLbl="bgAcc1" presStyleIdx="0" presStyleCnt="5">
        <dgm:presLayoutVars>
          <dgm:bulletEnabled val="1"/>
        </dgm:presLayoutVars>
      </dgm:prSet>
      <dgm:spPr/>
    </dgm:pt>
    <dgm:pt modelId="{19AB7DED-A911-4BC4-8D6C-603F8545C806}" type="pres">
      <dgm:prSet presAssocID="{48B61271-A8D7-4009-90ED-C07903335891}" presName="root" presStyleCnt="0"/>
      <dgm:spPr/>
    </dgm:pt>
    <dgm:pt modelId="{0FA3EB4F-6846-444D-A3FD-44FC0D110E79}" type="pres">
      <dgm:prSet presAssocID="{48B61271-A8D7-4009-90ED-C07903335891}" presName="rootComposite" presStyleCnt="0"/>
      <dgm:spPr/>
    </dgm:pt>
    <dgm:pt modelId="{69B0934F-3490-4BA8-8D18-1B3CB1355056}" type="pres">
      <dgm:prSet presAssocID="{48B61271-A8D7-4009-90ED-C07903335891}" presName="rootText" presStyleLbl="node1" presStyleIdx="1" presStyleCnt="5"/>
      <dgm:spPr/>
    </dgm:pt>
    <dgm:pt modelId="{005BEB76-6BE4-44B8-A2C6-E530CFAD7F98}" type="pres">
      <dgm:prSet presAssocID="{48B61271-A8D7-4009-90ED-C07903335891}" presName="rootConnector" presStyleLbl="node1" presStyleIdx="1" presStyleCnt="5"/>
      <dgm:spPr/>
    </dgm:pt>
    <dgm:pt modelId="{F51ACE3D-698B-4A35-BC0F-F8F4E0DECC5B}" type="pres">
      <dgm:prSet presAssocID="{48B61271-A8D7-4009-90ED-C07903335891}" presName="childShape" presStyleCnt="0"/>
      <dgm:spPr/>
    </dgm:pt>
    <dgm:pt modelId="{94D58F97-F964-47C4-B45F-FEA57A5A467D}" type="pres">
      <dgm:prSet presAssocID="{1727A59C-739F-4FCA-9807-EC62AAB0BA16}" presName="Name13" presStyleLbl="parChTrans1D2" presStyleIdx="1" presStyleCnt="5"/>
      <dgm:spPr/>
    </dgm:pt>
    <dgm:pt modelId="{11814380-01EE-4871-881B-12285A756F11}" type="pres">
      <dgm:prSet presAssocID="{0AAA1468-7141-49D3-81E1-264920AF09FF}" presName="childText" presStyleLbl="bgAcc1" presStyleIdx="1" presStyleCnt="5">
        <dgm:presLayoutVars>
          <dgm:bulletEnabled val="1"/>
        </dgm:presLayoutVars>
      </dgm:prSet>
      <dgm:spPr/>
    </dgm:pt>
    <dgm:pt modelId="{8AD17382-E0B1-4E22-A40E-5753CAC297FD}" type="pres">
      <dgm:prSet presAssocID="{70415121-AD87-4253-94D7-2904442A3B0E}" presName="root" presStyleCnt="0"/>
      <dgm:spPr/>
    </dgm:pt>
    <dgm:pt modelId="{3F97B437-F4A5-464E-93E0-16C0CA6A1476}" type="pres">
      <dgm:prSet presAssocID="{70415121-AD87-4253-94D7-2904442A3B0E}" presName="rootComposite" presStyleCnt="0"/>
      <dgm:spPr/>
    </dgm:pt>
    <dgm:pt modelId="{86903C1B-432C-40DA-A643-2432D7ADE19D}" type="pres">
      <dgm:prSet presAssocID="{70415121-AD87-4253-94D7-2904442A3B0E}" presName="rootText" presStyleLbl="node1" presStyleIdx="2" presStyleCnt="5"/>
      <dgm:spPr/>
    </dgm:pt>
    <dgm:pt modelId="{3BEDC59B-0D81-4621-A066-B1A74B842E89}" type="pres">
      <dgm:prSet presAssocID="{70415121-AD87-4253-94D7-2904442A3B0E}" presName="rootConnector" presStyleLbl="node1" presStyleIdx="2" presStyleCnt="5"/>
      <dgm:spPr/>
    </dgm:pt>
    <dgm:pt modelId="{412C8938-1F5A-464C-9A6D-D354E61FC966}" type="pres">
      <dgm:prSet presAssocID="{70415121-AD87-4253-94D7-2904442A3B0E}" presName="childShape" presStyleCnt="0"/>
      <dgm:spPr/>
    </dgm:pt>
    <dgm:pt modelId="{38D1B342-43BF-4857-89D9-CBF6AD3D839F}" type="pres">
      <dgm:prSet presAssocID="{1E53BBE5-7D8F-4B8C-9A65-A7FBBC29FC45}" presName="Name13" presStyleLbl="parChTrans1D2" presStyleIdx="2" presStyleCnt="5"/>
      <dgm:spPr/>
    </dgm:pt>
    <dgm:pt modelId="{28D16F5B-76FF-473F-8322-2698E9FD66C7}" type="pres">
      <dgm:prSet presAssocID="{368B9186-DD11-4018-8B32-AB7213C70288}" presName="childText" presStyleLbl="bgAcc1" presStyleIdx="2" presStyleCnt="5">
        <dgm:presLayoutVars>
          <dgm:bulletEnabled val="1"/>
        </dgm:presLayoutVars>
      </dgm:prSet>
      <dgm:spPr/>
    </dgm:pt>
    <dgm:pt modelId="{F5D21E6F-7047-4F1A-B8DD-22B4CF901B88}" type="pres">
      <dgm:prSet presAssocID="{05B5B082-DB4E-4AB4-8C97-21457455C06F}" presName="root" presStyleCnt="0"/>
      <dgm:spPr/>
    </dgm:pt>
    <dgm:pt modelId="{5DC5CDC2-B36B-495F-B9B3-19B09631F1C3}" type="pres">
      <dgm:prSet presAssocID="{05B5B082-DB4E-4AB4-8C97-21457455C06F}" presName="rootComposite" presStyleCnt="0"/>
      <dgm:spPr/>
    </dgm:pt>
    <dgm:pt modelId="{49D1EB51-FB56-4B96-83AC-8D61BA5AF21A}" type="pres">
      <dgm:prSet presAssocID="{05B5B082-DB4E-4AB4-8C97-21457455C06F}" presName="rootText" presStyleLbl="node1" presStyleIdx="3" presStyleCnt="5"/>
      <dgm:spPr/>
    </dgm:pt>
    <dgm:pt modelId="{9EA0E867-02B8-450C-8B8F-4093C5B370F7}" type="pres">
      <dgm:prSet presAssocID="{05B5B082-DB4E-4AB4-8C97-21457455C06F}" presName="rootConnector" presStyleLbl="node1" presStyleIdx="3" presStyleCnt="5"/>
      <dgm:spPr/>
    </dgm:pt>
    <dgm:pt modelId="{27AAB5FC-D879-4E0A-BABA-B0A24CC9B080}" type="pres">
      <dgm:prSet presAssocID="{05B5B082-DB4E-4AB4-8C97-21457455C06F}" presName="childShape" presStyleCnt="0"/>
      <dgm:spPr/>
    </dgm:pt>
    <dgm:pt modelId="{FC29EE3C-B897-43A3-8A25-8855557CEB49}" type="pres">
      <dgm:prSet presAssocID="{138005A6-250E-46C9-91C9-344A2C3B129E}" presName="Name13" presStyleLbl="parChTrans1D2" presStyleIdx="3" presStyleCnt="5"/>
      <dgm:spPr/>
    </dgm:pt>
    <dgm:pt modelId="{F7593F7D-8203-477E-8D02-406946E9CDF7}" type="pres">
      <dgm:prSet presAssocID="{3FE7C282-B229-43DE-9B20-32E366E9EBE4}" presName="childText" presStyleLbl="bgAcc1" presStyleIdx="3" presStyleCnt="5">
        <dgm:presLayoutVars>
          <dgm:bulletEnabled val="1"/>
        </dgm:presLayoutVars>
      </dgm:prSet>
      <dgm:spPr/>
    </dgm:pt>
    <dgm:pt modelId="{EC23389C-5EF6-4DE9-B851-17B528FE3A1C}" type="pres">
      <dgm:prSet presAssocID="{2569A0F6-FB28-44E0-A85F-B4D94611D14A}" presName="root" presStyleCnt="0"/>
      <dgm:spPr/>
    </dgm:pt>
    <dgm:pt modelId="{84171689-4BD6-4DA1-A518-062E188C595F}" type="pres">
      <dgm:prSet presAssocID="{2569A0F6-FB28-44E0-A85F-B4D94611D14A}" presName="rootComposite" presStyleCnt="0"/>
      <dgm:spPr/>
    </dgm:pt>
    <dgm:pt modelId="{34C1197B-3060-4BDF-941F-E35F66F29E81}" type="pres">
      <dgm:prSet presAssocID="{2569A0F6-FB28-44E0-A85F-B4D94611D14A}" presName="rootText" presStyleLbl="node1" presStyleIdx="4" presStyleCnt="5"/>
      <dgm:spPr/>
    </dgm:pt>
    <dgm:pt modelId="{2F473458-BF2B-441A-A151-726FCB20AD5A}" type="pres">
      <dgm:prSet presAssocID="{2569A0F6-FB28-44E0-A85F-B4D94611D14A}" presName="rootConnector" presStyleLbl="node1" presStyleIdx="4" presStyleCnt="5"/>
      <dgm:spPr/>
    </dgm:pt>
    <dgm:pt modelId="{E98E842C-0CEE-4587-A221-BAE8D4177CDC}" type="pres">
      <dgm:prSet presAssocID="{2569A0F6-FB28-44E0-A85F-B4D94611D14A}" presName="childShape" presStyleCnt="0"/>
      <dgm:spPr/>
    </dgm:pt>
    <dgm:pt modelId="{091D2F2B-5AB7-4E6C-A176-1ACE19B11CF3}" type="pres">
      <dgm:prSet presAssocID="{D33090ED-8BF4-4474-9595-3989BBA68F67}" presName="Name13" presStyleLbl="parChTrans1D2" presStyleIdx="4" presStyleCnt="5"/>
      <dgm:spPr/>
    </dgm:pt>
    <dgm:pt modelId="{CC6C0DCC-2E61-4D02-8260-FF6CDE2B931D}" type="pres">
      <dgm:prSet presAssocID="{01286A8C-DDE5-4B80-B6F6-6544D6402B08}" presName="childText" presStyleLbl="bgAcc1" presStyleIdx="4" presStyleCnt="5">
        <dgm:presLayoutVars>
          <dgm:bulletEnabled val="1"/>
        </dgm:presLayoutVars>
      </dgm:prSet>
      <dgm:spPr/>
    </dgm:pt>
  </dgm:ptLst>
  <dgm:cxnLst>
    <dgm:cxn modelId="{EB19A504-3CFA-4CD6-B793-B6973B95EDDE}" type="presOf" srcId="{1727A59C-739F-4FCA-9807-EC62AAB0BA16}" destId="{94D58F97-F964-47C4-B45F-FEA57A5A467D}" srcOrd="0" destOrd="0" presId="urn:microsoft.com/office/officeart/2005/8/layout/hierarchy3"/>
    <dgm:cxn modelId="{54E1CA04-BBD3-434F-A754-EF55BC78451B}" type="presOf" srcId="{8656EE83-B90B-4305-B620-2B7CD6D49C51}" destId="{6D01A65F-EF62-40D3-BA8F-C41BFA49700E}" srcOrd="0" destOrd="0" presId="urn:microsoft.com/office/officeart/2005/8/layout/hierarchy3"/>
    <dgm:cxn modelId="{A5E83209-7496-4025-9253-A480842F9D78}" type="presOf" srcId="{1E53BBE5-7D8F-4B8C-9A65-A7FBBC29FC45}" destId="{38D1B342-43BF-4857-89D9-CBF6AD3D839F}" srcOrd="0" destOrd="0" presId="urn:microsoft.com/office/officeart/2005/8/layout/hierarchy3"/>
    <dgm:cxn modelId="{F0974214-51F3-4EA5-8976-11D66BEC494E}" srcId="{8656EE83-B90B-4305-B620-2B7CD6D49C51}" destId="{48B61271-A8D7-4009-90ED-C07903335891}" srcOrd="1" destOrd="0" parTransId="{542045C9-4ACA-4FD2-BF88-57DFB861BE60}" sibTransId="{EB058E65-1D17-458E-9AD6-4FA4AA6F11EA}"/>
    <dgm:cxn modelId="{E4FC1F19-8828-42C4-83CC-395698974EFD}" srcId="{8656EE83-B90B-4305-B620-2B7CD6D49C51}" destId="{70415121-AD87-4253-94D7-2904442A3B0E}" srcOrd="2" destOrd="0" parTransId="{5DBD5DDA-11A2-42BA-9DB3-DCAECDFC4AE0}" sibTransId="{99FD6513-67D6-49FA-8A57-E6714DBFA1FB}"/>
    <dgm:cxn modelId="{E8358D22-EFE3-4D5B-9801-90218B64C36E}" type="presOf" srcId="{3FE7C282-B229-43DE-9B20-32E366E9EBE4}" destId="{F7593F7D-8203-477E-8D02-406946E9CDF7}" srcOrd="0" destOrd="0" presId="urn:microsoft.com/office/officeart/2005/8/layout/hierarchy3"/>
    <dgm:cxn modelId="{6947BD35-C84E-47E0-B438-827A31781216}" type="presOf" srcId="{138005A6-250E-46C9-91C9-344A2C3B129E}" destId="{FC29EE3C-B897-43A3-8A25-8855557CEB49}" srcOrd="0" destOrd="0" presId="urn:microsoft.com/office/officeart/2005/8/layout/hierarchy3"/>
    <dgm:cxn modelId="{FFFC6939-9C06-4A33-A38A-7B8E5018A47D}" srcId="{8656EE83-B90B-4305-B620-2B7CD6D49C51}" destId="{4505C062-4B86-4B86-B2AF-C98165F3A8EB}" srcOrd="0" destOrd="0" parTransId="{A58AB39E-1D6B-45D0-89E5-8F5C2C9A6EDA}" sibTransId="{72E577E4-89CC-4831-8182-08938BEA5DA5}"/>
    <dgm:cxn modelId="{BE0C4C5E-CC74-4728-A474-B628F49A4031}" srcId="{8656EE83-B90B-4305-B620-2B7CD6D49C51}" destId="{2569A0F6-FB28-44E0-A85F-B4D94611D14A}" srcOrd="4" destOrd="0" parTransId="{2D50C02D-5CC0-41F9-88AC-21420836D289}" sibTransId="{FC68AA23-5288-4346-A7B3-5A07BDDF43DB}"/>
    <dgm:cxn modelId="{62768842-117E-4A58-9330-F74665383527}" type="presOf" srcId="{4505C062-4B86-4B86-B2AF-C98165F3A8EB}" destId="{83E77705-F50A-4F32-9711-1753A866A9D1}" srcOrd="0" destOrd="0" presId="urn:microsoft.com/office/officeart/2005/8/layout/hierarchy3"/>
    <dgm:cxn modelId="{DA780144-6A62-4424-9DB4-99EBD9799323}" srcId="{4505C062-4B86-4B86-B2AF-C98165F3A8EB}" destId="{AD9586FD-FD68-4918-A0C6-25E0F6AFCC7F}" srcOrd="0" destOrd="0" parTransId="{94FA834E-FA4D-4DF7-BD00-032CAF30CCCD}" sibTransId="{41DE294F-8DA5-48A9-892F-AD788E8C0955}"/>
    <dgm:cxn modelId="{8BE16A64-5A92-4D23-8E0F-7189D44A6D1C}" type="presOf" srcId="{05B5B082-DB4E-4AB4-8C97-21457455C06F}" destId="{49D1EB51-FB56-4B96-83AC-8D61BA5AF21A}" srcOrd="0" destOrd="0" presId="urn:microsoft.com/office/officeart/2005/8/layout/hierarchy3"/>
    <dgm:cxn modelId="{24786D66-F6C1-4591-A51D-84F91CA3C5CB}" srcId="{2569A0F6-FB28-44E0-A85F-B4D94611D14A}" destId="{01286A8C-DDE5-4B80-B6F6-6544D6402B08}" srcOrd="0" destOrd="0" parTransId="{D33090ED-8BF4-4474-9595-3989BBA68F67}" sibTransId="{5FF68A35-4B4B-401C-8CE1-5E22797D94BE}"/>
    <dgm:cxn modelId="{648F1B69-473A-4623-B010-BDCF398ED9E0}" type="presOf" srcId="{AD9586FD-FD68-4918-A0C6-25E0F6AFCC7F}" destId="{0EFE4551-6405-4C93-A561-7D0DA23A6ACA}" srcOrd="0" destOrd="0" presId="urn:microsoft.com/office/officeart/2005/8/layout/hierarchy3"/>
    <dgm:cxn modelId="{99C6314F-1C45-4D80-9CEA-3D962458AE38}" type="presOf" srcId="{48B61271-A8D7-4009-90ED-C07903335891}" destId="{69B0934F-3490-4BA8-8D18-1B3CB1355056}" srcOrd="0" destOrd="0" presId="urn:microsoft.com/office/officeart/2005/8/layout/hierarchy3"/>
    <dgm:cxn modelId="{EF58DB78-9746-4868-9D99-2D1F39195171}" type="presOf" srcId="{2569A0F6-FB28-44E0-A85F-B4D94611D14A}" destId="{34C1197B-3060-4BDF-941F-E35F66F29E81}" srcOrd="0" destOrd="0" presId="urn:microsoft.com/office/officeart/2005/8/layout/hierarchy3"/>
    <dgm:cxn modelId="{8E8FB45A-1E61-4EB9-9F07-A41813E83D6B}" type="presOf" srcId="{4505C062-4B86-4B86-B2AF-C98165F3A8EB}" destId="{7F7BD851-6352-4DFC-9D0B-75347EDED4F5}" srcOrd="1" destOrd="0" presId="urn:microsoft.com/office/officeart/2005/8/layout/hierarchy3"/>
    <dgm:cxn modelId="{F4A4F97A-591A-4711-BB6D-468788B992EE}" type="presOf" srcId="{368B9186-DD11-4018-8B32-AB7213C70288}" destId="{28D16F5B-76FF-473F-8322-2698E9FD66C7}" srcOrd="0" destOrd="0" presId="urn:microsoft.com/office/officeart/2005/8/layout/hierarchy3"/>
    <dgm:cxn modelId="{1585FC7A-5BB1-4110-9A64-956724D68CAB}" type="presOf" srcId="{01286A8C-DDE5-4B80-B6F6-6544D6402B08}" destId="{CC6C0DCC-2E61-4D02-8260-FF6CDE2B931D}" srcOrd="0" destOrd="0" presId="urn:microsoft.com/office/officeart/2005/8/layout/hierarchy3"/>
    <dgm:cxn modelId="{8E64B181-9B62-42C6-854A-A3C544CD5397}" type="presOf" srcId="{70415121-AD87-4253-94D7-2904442A3B0E}" destId="{86903C1B-432C-40DA-A643-2432D7ADE19D}" srcOrd="0" destOrd="0" presId="urn:microsoft.com/office/officeart/2005/8/layout/hierarchy3"/>
    <dgm:cxn modelId="{EB8AF187-0AAC-4A54-A906-475D74365CE0}" type="presOf" srcId="{70415121-AD87-4253-94D7-2904442A3B0E}" destId="{3BEDC59B-0D81-4621-A066-B1A74B842E89}" srcOrd="1" destOrd="0" presId="urn:microsoft.com/office/officeart/2005/8/layout/hierarchy3"/>
    <dgm:cxn modelId="{E779E192-4B9B-4A63-BEEA-3570246A37F8}" type="presOf" srcId="{2569A0F6-FB28-44E0-A85F-B4D94611D14A}" destId="{2F473458-BF2B-441A-A151-726FCB20AD5A}" srcOrd="1" destOrd="0" presId="urn:microsoft.com/office/officeart/2005/8/layout/hierarchy3"/>
    <dgm:cxn modelId="{B8CBA093-A4B7-43D4-9681-E034B8E909E2}" type="presOf" srcId="{48B61271-A8D7-4009-90ED-C07903335891}" destId="{005BEB76-6BE4-44B8-A2C6-E530CFAD7F98}" srcOrd="1" destOrd="0" presId="urn:microsoft.com/office/officeart/2005/8/layout/hierarchy3"/>
    <dgm:cxn modelId="{B8A213AE-7961-4D0C-8C50-9C75A3D296AA}" srcId="{70415121-AD87-4253-94D7-2904442A3B0E}" destId="{368B9186-DD11-4018-8B32-AB7213C70288}" srcOrd="0" destOrd="0" parTransId="{1E53BBE5-7D8F-4B8C-9A65-A7FBBC29FC45}" sibTransId="{C936DC15-D7D3-4673-8F83-F3D453FBD6FF}"/>
    <dgm:cxn modelId="{D7AA8AB6-FE99-4CD6-A29E-3A40D851E24A}" srcId="{48B61271-A8D7-4009-90ED-C07903335891}" destId="{0AAA1468-7141-49D3-81E1-264920AF09FF}" srcOrd="0" destOrd="0" parTransId="{1727A59C-739F-4FCA-9807-EC62AAB0BA16}" sibTransId="{13334EF4-9C12-4B55-93C0-39F662B36089}"/>
    <dgm:cxn modelId="{008182BD-DB1F-48ED-A20D-CE3E07727E03}" type="presOf" srcId="{D33090ED-8BF4-4474-9595-3989BBA68F67}" destId="{091D2F2B-5AB7-4E6C-A176-1ACE19B11CF3}" srcOrd="0" destOrd="0" presId="urn:microsoft.com/office/officeart/2005/8/layout/hierarchy3"/>
    <dgm:cxn modelId="{130960C4-0725-4EC7-8A0E-528DDBFE170D}" type="presOf" srcId="{05B5B082-DB4E-4AB4-8C97-21457455C06F}" destId="{9EA0E867-02B8-450C-8B8F-4093C5B370F7}" srcOrd="1" destOrd="0" presId="urn:microsoft.com/office/officeart/2005/8/layout/hierarchy3"/>
    <dgm:cxn modelId="{50E73CE0-F738-4104-9E94-DCC05CE37DC3}" type="presOf" srcId="{94FA834E-FA4D-4DF7-BD00-032CAF30CCCD}" destId="{B3D37C5A-C546-4E54-AAB2-D36CC6CE4501}" srcOrd="0" destOrd="0" presId="urn:microsoft.com/office/officeart/2005/8/layout/hierarchy3"/>
    <dgm:cxn modelId="{88A9F1EC-58BB-4774-830A-0D88D8086FDE}" type="presOf" srcId="{0AAA1468-7141-49D3-81E1-264920AF09FF}" destId="{11814380-01EE-4871-881B-12285A756F11}" srcOrd="0" destOrd="0" presId="urn:microsoft.com/office/officeart/2005/8/layout/hierarchy3"/>
    <dgm:cxn modelId="{5F9649F7-FF5A-4C9D-B3C9-CA089886D962}" srcId="{8656EE83-B90B-4305-B620-2B7CD6D49C51}" destId="{05B5B082-DB4E-4AB4-8C97-21457455C06F}" srcOrd="3" destOrd="0" parTransId="{6FDDDB94-287E-4F49-B578-B14A229124DB}" sibTransId="{26F6845C-FD39-40D1-81D1-239EAD7E0C77}"/>
    <dgm:cxn modelId="{4379B3FA-3330-4DB0-8AC2-2063E5D84F55}" srcId="{05B5B082-DB4E-4AB4-8C97-21457455C06F}" destId="{3FE7C282-B229-43DE-9B20-32E366E9EBE4}" srcOrd="0" destOrd="0" parTransId="{138005A6-250E-46C9-91C9-344A2C3B129E}" sibTransId="{3EDFD5AC-7FC0-4F97-BF92-13E7D5CA2B7E}"/>
    <dgm:cxn modelId="{624ECEF0-95DF-4DD9-9DF6-298D61C0F61B}" type="presParOf" srcId="{6D01A65F-EF62-40D3-BA8F-C41BFA49700E}" destId="{BF3941BB-23C1-4364-98F6-D7D3F9970829}" srcOrd="0" destOrd="0" presId="urn:microsoft.com/office/officeart/2005/8/layout/hierarchy3"/>
    <dgm:cxn modelId="{BDF54F48-FF5C-4319-B09D-FE7AF8919E5F}" type="presParOf" srcId="{BF3941BB-23C1-4364-98F6-D7D3F9970829}" destId="{C3C8F05A-09C8-4830-AE3E-3A7CB498B25D}" srcOrd="0" destOrd="0" presId="urn:microsoft.com/office/officeart/2005/8/layout/hierarchy3"/>
    <dgm:cxn modelId="{4622A1E6-BE45-443A-AC72-503278E9B93C}" type="presParOf" srcId="{C3C8F05A-09C8-4830-AE3E-3A7CB498B25D}" destId="{83E77705-F50A-4F32-9711-1753A866A9D1}" srcOrd="0" destOrd="0" presId="urn:microsoft.com/office/officeart/2005/8/layout/hierarchy3"/>
    <dgm:cxn modelId="{2A1AC417-52E3-4F27-A478-21BF66086DE8}" type="presParOf" srcId="{C3C8F05A-09C8-4830-AE3E-3A7CB498B25D}" destId="{7F7BD851-6352-4DFC-9D0B-75347EDED4F5}" srcOrd="1" destOrd="0" presId="urn:microsoft.com/office/officeart/2005/8/layout/hierarchy3"/>
    <dgm:cxn modelId="{BF3D2279-1568-495A-AA79-E34ABB8BB7DD}" type="presParOf" srcId="{BF3941BB-23C1-4364-98F6-D7D3F9970829}" destId="{27213653-DD82-4F12-850B-8C63137EEE89}" srcOrd="1" destOrd="0" presId="urn:microsoft.com/office/officeart/2005/8/layout/hierarchy3"/>
    <dgm:cxn modelId="{EC9798AE-E778-4F16-B26B-9068EDCD439C}" type="presParOf" srcId="{27213653-DD82-4F12-850B-8C63137EEE89}" destId="{B3D37C5A-C546-4E54-AAB2-D36CC6CE4501}" srcOrd="0" destOrd="0" presId="urn:microsoft.com/office/officeart/2005/8/layout/hierarchy3"/>
    <dgm:cxn modelId="{12A5B54A-6F1F-4AFE-88F8-8A8B8384E349}" type="presParOf" srcId="{27213653-DD82-4F12-850B-8C63137EEE89}" destId="{0EFE4551-6405-4C93-A561-7D0DA23A6ACA}" srcOrd="1" destOrd="0" presId="urn:microsoft.com/office/officeart/2005/8/layout/hierarchy3"/>
    <dgm:cxn modelId="{7A51FD69-09EC-478A-B8C6-A95F1A66353D}" type="presParOf" srcId="{6D01A65F-EF62-40D3-BA8F-C41BFA49700E}" destId="{19AB7DED-A911-4BC4-8D6C-603F8545C806}" srcOrd="1" destOrd="0" presId="urn:microsoft.com/office/officeart/2005/8/layout/hierarchy3"/>
    <dgm:cxn modelId="{C471ED9F-B975-4BA3-A4DF-7400FD16530E}" type="presParOf" srcId="{19AB7DED-A911-4BC4-8D6C-603F8545C806}" destId="{0FA3EB4F-6846-444D-A3FD-44FC0D110E79}" srcOrd="0" destOrd="0" presId="urn:microsoft.com/office/officeart/2005/8/layout/hierarchy3"/>
    <dgm:cxn modelId="{5A06BC28-0786-4218-A1B6-EC2D45E2BC60}" type="presParOf" srcId="{0FA3EB4F-6846-444D-A3FD-44FC0D110E79}" destId="{69B0934F-3490-4BA8-8D18-1B3CB1355056}" srcOrd="0" destOrd="0" presId="urn:microsoft.com/office/officeart/2005/8/layout/hierarchy3"/>
    <dgm:cxn modelId="{9F426CE0-25BF-4D33-AFF6-547B89CE1FFE}" type="presParOf" srcId="{0FA3EB4F-6846-444D-A3FD-44FC0D110E79}" destId="{005BEB76-6BE4-44B8-A2C6-E530CFAD7F98}" srcOrd="1" destOrd="0" presId="urn:microsoft.com/office/officeart/2005/8/layout/hierarchy3"/>
    <dgm:cxn modelId="{33074910-D9C3-4054-8F7C-342EB28FE3E6}" type="presParOf" srcId="{19AB7DED-A911-4BC4-8D6C-603F8545C806}" destId="{F51ACE3D-698B-4A35-BC0F-F8F4E0DECC5B}" srcOrd="1" destOrd="0" presId="urn:microsoft.com/office/officeart/2005/8/layout/hierarchy3"/>
    <dgm:cxn modelId="{7FECE781-A006-47DE-9750-1BDF0CD261E1}" type="presParOf" srcId="{F51ACE3D-698B-4A35-BC0F-F8F4E0DECC5B}" destId="{94D58F97-F964-47C4-B45F-FEA57A5A467D}" srcOrd="0" destOrd="0" presId="urn:microsoft.com/office/officeart/2005/8/layout/hierarchy3"/>
    <dgm:cxn modelId="{2643A271-D6C1-41D2-A743-2A352BA2B673}" type="presParOf" srcId="{F51ACE3D-698B-4A35-BC0F-F8F4E0DECC5B}" destId="{11814380-01EE-4871-881B-12285A756F11}" srcOrd="1" destOrd="0" presId="urn:microsoft.com/office/officeart/2005/8/layout/hierarchy3"/>
    <dgm:cxn modelId="{D499EA91-CA67-499D-8871-AE6A26277E78}" type="presParOf" srcId="{6D01A65F-EF62-40D3-BA8F-C41BFA49700E}" destId="{8AD17382-E0B1-4E22-A40E-5753CAC297FD}" srcOrd="2" destOrd="0" presId="urn:microsoft.com/office/officeart/2005/8/layout/hierarchy3"/>
    <dgm:cxn modelId="{1DD35BA9-A99C-4489-B84D-C094029AB91B}" type="presParOf" srcId="{8AD17382-E0B1-4E22-A40E-5753CAC297FD}" destId="{3F97B437-F4A5-464E-93E0-16C0CA6A1476}" srcOrd="0" destOrd="0" presId="urn:microsoft.com/office/officeart/2005/8/layout/hierarchy3"/>
    <dgm:cxn modelId="{9D443016-58C2-401D-9363-5D09E49819D6}" type="presParOf" srcId="{3F97B437-F4A5-464E-93E0-16C0CA6A1476}" destId="{86903C1B-432C-40DA-A643-2432D7ADE19D}" srcOrd="0" destOrd="0" presId="urn:microsoft.com/office/officeart/2005/8/layout/hierarchy3"/>
    <dgm:cxn modelId="{61935B2B-5152-4145-AE93-46E58D37D2EC}" type="presParOf" srcId="{3F97B437-F4A5-464E-93E0-16C0CA6A1476}" destId="{3BEDC59B-0D81-4621-A066-B1A74B842E89}" srcOrd="1" destOrd="0" presId="urn:microsoft.com/office/officeart/2005/8/layout/hierarchy3"/>
    <dgm:cxn modelId="{E07A26DC-EE74-4F5D-B7C8-BF02361631AD}" type="presParOf" srcId="{8AD17382-E0B1-4E22-A40E-5753CAC297FD}" destId="{412C8938-1F5A-464C-9A6D-D354E61FC966}" srcOrd="1" destOrd="0" presId="urn:microsoft.com/office/officeart/2005/8/layout/hierarchy3"/>
    <dgm:cxn modelId="{7FCEFC83-178B-4677-A874-55C21646BC81}" type="presParOf" srcId="{412C8938-1F5A-464C-9A6D-D354E61FC966}" destId="{38D1B342-43BF-4857-89D9-CBF6AD3D839F}" srcOrd="0" destOrd="0" presId="urn:microsoft.com/office/officeart/2005/8/layout/hierarchy3"/>
    <dgm:cxn modelId="{89C8C357-22AF-447C-AF1E-C9C9C6D870F5}" type="presParOf" srcId="{412C8938-1F5A-464C-9A6D-D354E61FC966}" destId="{28D16F5B-76FF-473F-8322-2698E9FD66C7}" srcOrd="1" destOrd="0" presId="urn:microsoft.com/office/officeart/2005/8/layout/hierarchy3"/>
    <dgm:cxn modelId="{0BA73D71-2D07-4E91-A24F-A19EFB66F3CC}" type="presParOf" srcId="{6D01A65F-EF62-40D3-BA8F-C41BFA49700E}" destId="{F5D21E6F-7047-4F1A-B8DD-22B4CF901B88}" srcOrd="3" destOrd="0" presId="urn:microsoft.com/office/officeart/2005/8/layout/hierarchy3"/>
    <dgm:cxn modelId="{27B503DA-2E4B-498F-8C5E-F799296F8833}" type="presParOf" srcId="{F5D21E6F-7047-4F1A-B8DD-22B4CF901B88}" destId="{5DC5CDC2-B36B-495F-B9B3-19B09631F1C3}" srcOrd="0" destOrd="0" presId="urn:microsoft.com/office/officeart/2005/8/layout/hierarchy3"/>
    <dgm:cxn modelId="{D4353B33-A579-4843-87E2-85F970D54EC6}" type="presParOf" srcId="{5DC5CDC2-B36B-495F-B9B3-19B09631F1C3}" destId="{49D1EB51-FB56-4B96-83AC-8D61BA5AF21A}" srcOrd="0" destOrd="0" presId="urn:microsoft.com/office/officeart/2005/8/layout/hierarchy3"/>
    <dgm:cxn modelId="{B80E5460-9194-4889-9257-533DF4AAE68A}" type="presParOf" srcId="{5DC5CDC2-B36B-495F-B9B3-19B09631F1C3}" destId="{9EA0E867-02B8-450C-8B8F-4093C5B370F7}" srcOrd="1" destOrd="0" presId="urn:microsoft.com/office/officeart/2005/8/layout/hierarchy3"/>
    <dgm:cxn modelId="{74388CED-90F2-415E-9827-D97086B4BC89}" type="presParOf" srcId="{F5D21E6F-7047-4F1A-B8DD-22B4CF901B88}" destId="{27AAB5FC-D879-4E0A-BABA-B0A24CC9B080}" srcOrd="1" destOrd="0" presId="urn:microsoft.com/office/officeart/2005/8/layout/hierarchy3"/>
    <dgm:cxn modelId="{8EE04389-0669-47FE-A5FE-DCAB33AFD63A}" type="presParOf" srcId="{27AAB5FC-D879-4E0A-BABA-B0A24CC9B080}" destId="{FC29EE3C-B897-43A3-8A25-8855557CEB49}" srcOrd="0" destOrd="0" presId="urn:microsoft.com/office/officeart/2005/8/layout/hierarchy3"/>
    <dgm:cxn modelId="{974C1F46-AE9F-47C4-A77B-C2FC824836B7}" type="presParOf" srcId="{27AAB5FC-D879-4E0A-BABA-B0A24CC9B080}" destId="{F7593F7D-8203-477E-8D02-406946E9CDF7}" srcOrd="1" destOrd="0" presId="urn:microsoft.com/office/officeart/2005/8/layout/hierarchy3"/>
    <dgm:cxn modelId="{893A0538-8D87-4868-BBC4-C0460969A667}" type="presParOf" srcId="{6D01A65F-EF62-40D3-BA8F-C41BFA49700E}" destId="{EC23389C-5EF6-4DE9-B851-17B528FE3A1C}" srcOrd="4" destOrd="0" presId="urn:microsoft.com/office/officeart/2005/8/layout/hierarchy3"/>
    <dgm:cxn modelId="{F3C58DB8-A59E-4D91-AB24-BA92E2B3786C}" type="presParOf" srcId="{EC23389C-5EF6-4DE9-B851-17B528FE3A1C}" destId="{84171689-4BD6-4DA1-A518-062E188C595F}" srcOrd="0" destOrd="0" presId="urn:microsoft.com/office/officeart/2005/8/layout/hierarchy3"/>
    <dgm:cxn modelId="{2725F79A-3DFB-4425-9173-0E776F65FB80}" type="presParOf" srcId="{84171689-4BD6-4DA1-A518-062E188C595F}" destId="{34C1197B-3060-4BDF-941F-E35F66F29E81}" srcOrd="0" destOrd="0" presId="urn:microsoft.com/office/officeart/2005/8/layout/hierarchy3"/>
    <dgm:cxn modelId="{E62AAB20-3D35-4B74-8108-0E2C9D492174}" type="presParOf" srcId="{84171689-4BD6-4DA1-A518-062E188C595F}" destId="{2F473458-BF2B-441A-A151-726FCB20AD5A}" srcOrd="1" destOrd="0" presId="urn:microsoft.com/office/officeart/2005/8/layout/hierarchy3"/>
    <dgm:cxn modelId="{5F7A8422-59EA-4525-850D-023E430F5808}" type="presParOf" srcId="{EC23389C-5EF6-4DE9-B851-17B528FE3A1C}" destId="{E98E842C-0CEE-4587-A221-BAE8D4177CDC}" srcOrd="1" destOrd="0" presId="urn:microsoft.com/office/officeart/2005/8/layout/hierarchy3"/>
    <dgm:cxn modelId="{D7960444-E531-4606-A432-C6AF2D89F8F6}" type="presParOf" srcId="{E98E842C-0CEE-4587-A221-BAE8D4177CDC}" destId="{091D2F2B-5AB7-4E6C-A176-1ACE19B11CF3}" srcOrd="0" destOrd="0" presId="urn:microsoft.com/office/officeart/2005/8/layout/hierarchy3"/>
    <dgm:cxn modelId="{CAA7FA1F-17FB-47F1-90AA-4F7AF7BC6988}" type="presParOf" srcId="{E98E842C-0CEE-4587-A221-BAE8D4177CDC}" destId="{CC6C0DCC-2E61-4D02-8260-FF6CDE2B931D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DA71FE-6A33-4698-BAEB-0A4079F8C97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E3D664-FABE-436A-B832-95047294A60F}">
      <dgm:prSet custT="1"/>
      <dgm:spPr/>
      <dgm:t>
        <a:bodyPr/>
        <a:lstStyle/>
        <a:p>
          <a:r>
            <a:rPr lang="pl-PL" sz="1500" dirty="0"/>
            <a:t>Umożliwia modelowanie trendu i sezonowości</a:t>
          </a:r>
        </a:p>
        <a:p>
          <a:r>
            <a:rPr lang="pl-PL" sz="1400" dirty="0"/>
            <a:t>	dane finansowe często mają trend + sezonowość</a:t>
          </a:r>
          <a:endParaRPr lang="en-US" sz="1400" dirty="0"/>
        </a:p>
      </dgm:t>
    </dgm:pt>
    <dgm:pt modelId="{9776CA6B-E5BF-4861-BB28-370DB97080B2}" type="parTrans" cxnId="{7797C26B-4838-46C1-9A78-C213C85BDEF2}">
      <dgm:prSet/>
      <dgm:spPr/>
      <dgm:t>
        <a:bodyPr/>
        <a:lstStyle/>
        <a:p>
          <a:endParaRPr lang="en-US"/>
        </a:p>
      </dgm:t>
    </dgm:pt>
    <dgm:pt modelId="{C85223EE-73AC-4EE3-BC43-C0601D360D99}" type="sibTrans" cxnId="{7797C26B-4838-46C1-9A78-C213C85BDEF2}">
      <dgm:prSet/>
      <dgm:spPr/>
      <dgm:t>
        <a:bodyPr/>
        <a:lstStyle/>
        <a:p>
          <a:endParaRPr lang="en-US"/>
        </a:p>
      </dgm:t>
    </dgm:pt>
    <dgm:pt modelId="{69B2549C-A1D0-40AF-9F38-A73E0DC6DF90}">
      <dgm:prSet custT="1"/>
      <dgm:spPr/>
      <dgm:t>
        <a:bodyPr/>
        <a:lstStyle/>
        <a:p>
          <a:r>
            <a:rPr lang="pl-PL" sz="1500" dirty="0"/>
            <a:t>Dobrze radzi sobie z szumem rynkowym</a:t>
          </a:r>
        </a:p>
        <a:p>
          <a:r>
            <a:rPr lang="pl-PL" sz="1400" dirty="0"/>
            <a:t>	Pokazuje to dokładniejsze prognozy</a:t>
          </a:r>
          <a:endParaRPr lang="en-US" sz="1400" dirty="0"/>
        </a:p>
      </dgm:t>
    </dgm:pt>
    <dgm:pt modelId="{54C08375-DA0A-47F3-89B9-4BAA2EBC5748}" type="parTrans" cxnId="{44F6F7AC-FBBC-4D51-B004-FBBEB132A0C1}">
      <dgm:prSet/>
      <dgm:spPr/>
      <dgm:t>
        <a:bodyPr/>
        <a:lstStyle/>
        <a:p>
          <a:endParaRPr lang="en-US"/>
        </a:p>
      </dgm:t>
    </dgm:pt>
    <dgm:pt modelId="{9522F187-94E9-4306-A75C-09C81BADF76F}" type="sibTrans" cxnId="{44F6F7AC-FBBC-4D51-B004-FBBEB132A0C1}">
      <dgm:prSet/>
      <dgm:spPr/>
      <dgm:t>
        <a:bodyPr/>
        <a:lstStyle/>
        <a:p>
          <a:endParaRPr lang="en-US"/>
        </a:p>
      </dgm:t>
    </dgm:pt>
    <dgm:pt modelId="{CCBF5EC0-FD67-422E-996F-3FDE3FCD92F1}">
      <dgm:prSet custT="1"/>
      <dgm:spPr/>
      <dgm:t>
        <a:bodyPr/>
        <a:lstStyle/>
        <a:p>
          <a:r>
            <a:rPr lang="pl-PL" sz="1500" dirty="0"/>
            <a:t>Stabilna i sprawdzona metoda w ekonomii</a:t>
          </a:r>
        </a:p>
        <a:p>
          <a:r>
            <a:rPr lang="pl-PL" sz="1400" dirty="0"/>
            <a:t>	Pokazuje dobre przewidywania prognozy</a:t>
          </a:r>
          <a:endParaRPr lang="en-US" sz="1400" dirty="0"/>
        </a:p>
      </dgm:t>
    </dgm:pt>
    <dgm:pt modelId="{888E799D-D51D-4576-B3F4-2DD851F04905}" type="parTrans" cxnId="{009B9F06-4D60-4CE3-9360-FD5242D22382}">
      <dgm:prSet/>
      <dgm:spPr/>
      <dgm:t>
        <a:bodyPr/>
        <a:lstStyle/>
        <a:p>
          <a:endParaRPr lang="en-US"/>
        </a:p>
      </dgm:t>
    </dgm:pt>
    <dgm:pt modelId="{A18E5BAD-209E-4E50-999F-883022E07E7F}" type="sibTrans" cxnId="{009B9F06-4D60-4CE3-9360-FD5242D22382}">
      <dgm:prSet/>
      <dgm:spPr/>
      <dgm:t>
        <a:bodyPr/>
        <a:lstStyle/>
        <a:p>
          <a:endParaRPr lang="en-US"/>
        </a:p>
      </dgm:t>
    </dgm:pt>
    <dgm:pt modelId="{D2E9B9D2-850F-4C82-86FB-15C755317E3F}">
      <dgm:prSet custT="1"/>
      <dgm:spPr/>
      <dgm:t>
        <a:bodyPr/>
        <a:lstStyle/>
        <a:p>
          <a:r>
            <a:rPr lang="pl-PL" sz="1500" dirty="0"/>
            <a:t>Nie wymaga dużej mocy obliczeniowej</a:t>
          </a:r>
        </a:p>
        <a:p>
          <a:r>
            <a:rPr lang="pl-PL" sz="1400" dirty="0"/>
            <a:t>	stosunkowo szybki do trenowania</a:t>
          </a:r>
          <a:endParaRPr lang="en-US" sz="1400" dirty="0"/>
        </a:p>
      </dgm:t>
    </dgm:pt>
    <dgm:pt modelId="{2240A0F5-5003-44A0-8618-D03AB1C34736}" type="parTrans" cxnId="{7698366F-B3B0-4B1B-B3D5-839A3E0BCC9A}">
      <dgm:prSet/>
      <dgm:spPr/>
      <dgm:t>
        <a:bodyPr/>
        <a:lstStyle/>
        <a:p>
          <a:endParaRPr lang="en-US"/>
        </a:p>
      </dgm:t>
    </dgm:pt>
    <dgm:pt modelId="{7CF0D2C9-BAC7-47E7-97F7-031933C4C9D5}" type="sibTrans" cxnId="{7698366F-B3B0-4B1B-B3D5-839A3E0BCC9A}">
      <dgm:prSet/>
      <dgm:spPr/>
      <dgm:t>
        <a:bodyPr/>
        <a:lstStyle/>
        <a:p>
          <a:endParaRPr lang="en-US"/>
        </a:p>
      </dgm:t>
    </dgm:pt>
    <dgm:pt modelId="{73BA36D2-E132-4296-AA39-96E9EF944756}">
      <dgm:prSet custT="1"/>
      <dgm:spPr/>
      <dgm:t>
        <a:bodyPr/>
        <a:lstStyle/>
        <a:p>
          <a:r>
            <a:rPr lang="pl-PL" sz="1500" dirty="0"/>
            <a:t>Skuteczna w krótkoterminowych prognozach</a:t>
          </a:r>
        </a:p>
        <a:p>
          <a:r>
            <a:rPr lang="pl-PL" sz="1400" dirty="0"/>
            <a:t>	Najlepiej sprawdza się przy przewidywaniu najbliższych wartości cen</a:t>
          </a:r>
          <a:endParaRPr lang="en-US" sz="1400" dirty="0"/>
        </a:p>
      </dgm:t>
    </dgm:pt>
    <dgm:pt modelId="{41D9E143-1020-4601-9565-0F3D84C73061}" type="parTrans" cxnId="{3B34780C-7A8B-4355-AB6D-FFDD6E30ED48}">
      <dgm:prSet/>
      <dgm:spPr/>
      <dgm:t>
        <a:bodyPr/>
        <a:lstStyle/>
        <a:p>
          <a:endParaRPr lang="en-US"/>
        </a:p>
      </dgm:t>
    </dgm:pt>
    <dgm:pt modelId="{07F30FE6-4D06-4B66-B668-B637EFF528CF}" type="sibTrans" cxnId="{3B34780C-7A8B-4355-AB6D-FFDD6E30ED48}">
      <dgm:prSet/>
      <dgm:spPr/>
      <dgm:t>
        <a:bodyPr/>
        <a:lstStyle/>
        <a:p>
          <a:endParaRPr lang="en-US"/>
        </a:p>
      </dgm:t>
    </dgm:pt>
    <dgm:pt modelId="{6B40974C-B1CC-4124-8AF4-63FF71607F4B}" type="pres">
      <dgm:prSet presAssocID="{E5DA71FE-6A33-4698-BAEB-0A4079F8C978}" presName="linear" presStyleCnt="0">
        <dgm:presLayoutVars>
          <dgm:animLvl val="lvl"/>
          <dgm:resizeHandles val="exact"/>
        </dgm:presLayoutVars>
      </dgm:prSet>
      <dgm:spPr/>
    </dgm:pt>
    <dgm:pt modelId="{AA2D4927-4ACE-486F-8094-1CB107F6961F}" type="pres">
      <dgm:prSet presAssocID="{A5E3D664-FABE-436A-B832-95047294A60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2C7D54F-AC99-48E5-83B4-8FEB264FFDE7}" type="pres">
      <dgm:prSet presAssocID="{C85223EE-73AC-4EE3-BC43-C0601D360D99}" presName="spacer" presStyleCnt="0"/>
      <dgm:spPr/>
    </dgm:pt>
    <dgm:pt modelId="{7B688440-0E2E-49F8-9792-8D41A3C4F278}" type="pres">
      <dgm:prSet presAssocID="{69B2549C-A1D0-40AF-9F38-A73E0DC6DF9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9184795-EAE8-4DBF-94C0-E63E0B136D43}" type="pres">
      <dgm:prSet presAssocID="{9522F187-94E9-4306-A75C-09C81BADF76F}" presName="spacer" presStyleCnt="0"/>
      <dgm:spPr/>
    </dgm:pt>
    <dgm:pt modelId="{DC206BC2-2393-44A7-AC06-271BB411EA14}" type="pres">
      <dgm:prSet presAssocID="{CCBF5EC0-FD67-422E-996F-3FDE3FCD92F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02B5486-DB30-4D08-9496-787A8C1FB34B}" type="pres">
      <dgm:prSet presAssocID="{A18E5BAD-209E-4E50-999F-883022E07E7F}" presName="spacer" presStyleCnt="0"/>
      <dgm:spPr/>
    </dgm:pt>
    <dgm:pt modelId="{57B2E1C2-A02B-4D56-88FC-252326AD5790}" type="pres">
      <dgm:prSet presAssocID="{D2E9B9D2-850F-4C82-86FB-15C755317E3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3B4AFC0-42B5-4763-99AD-90016FF81821}" type="pres">
      <dgm:prSet presAssocID="{7CF0D2C9-BAC7-47E7-97F7-031933C4C9D5}" presName="spacer" presStyleCnt="0"/>
      <dgm:spPr/>
    </dgm:pt>
    <dgm:pt modelId="{47450A88-85F1-40BA-9BFA-1B75725B5D02}" type="pres">
      <dgm:prSet presAssocID="{73BA36D2-E132-4296-AA39-96E9EF94475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6D8CE02-5A0A-4991-B086-1F840C2B01B6}" type="presOf" srcId="{A5E3D664-FABE-436A-B832-95047294A60F}" destId="{AA2D4927-4ACE-486F-8094-1CB107F6961F}" srcOrd="0" destOrd="0" presId="urn:microsoft.com/office/officeart/2005/8/layout/vList2"/>
    <dgm:cxn modelId="{009B9F06-4D60-4CE3-9360-FD5242D22382}" srcId="{E5DA71FE-6A33-4698-BAEB-0A4079F8C978}" destId="{CCBF5EC0-FD67-422E-996F-3FDE3FCD92F1}" srcOrd="2" destOrd="0" parTransId="{888E799D-D51D-4576-B3F4-2DD851F04905}" sibTransId="{A18E5BAD-209E-4E50-999F-883022E07E7F}"/>
    <dgm:cxn modelId="{3B34780C-7A8B-4355-AB6D-FFDD6E30ED48}" srcId="{E5DA71FE-6A33-4698-BAEB-0A4079F8C978}" destId="{73BA36D2-E132-4296-AA39-96E9EF944756}" srcOrd="4" destOrd="0" parTransId="{41D9E143-1020-4601-9565-0F3D84C73061}" sibTransId="{07F30FE6-4D06-4B66-B668-B637EFF528CF}"/>
    <dgm:cxn modelId="{7797C26B-4838-46C1-9A78-C213C85BDEF2}" srcId="{E5DA71FE-6A33-4698-BAEB-0A4079F8C978}" destId="{A5E3D664-FABE-436A-B832-95047294A60F}" srcOrd="0" destOrd="0" parTransId="{9776CA6B-E5BF-4861-BB28-370DB97080B2}" sibTransId="{C85223EE-73AC-4EE3-BC43-C0601D360D99}"/>
    <dgm:cxn modelId="{7698366F-B3B0-4B1B-B3D5-839A3E0BCC9A}" srcId="{E5DA71FE-6A33-4698-BAEB-0A4079F8C978}" destId="{D2E9B9D2-850F-4C82-86FB-15C755317E3F}" srcOrd="3" destOrd="0" parTransId="{2240A0F5-5003-44A0-8618-D03AB1C34736}" sibTransId="{7CF0D2C9-BAC7-47E7-97F7-031933C4C9D5}"/>
    <dgm:cxn modelId="{800E8891-D3AE-438F-BEDE-21FBC04A67DA}" type="presOf" srcId="{CCBF5EC0-FD67-422E-996F-3FDE3FCD92F1}" destId="{DC206BC2-2393-44A7-AC06-271BB411EA14}" srcOrd="0" destOrd="0" presId="urn:microsoft.com/office/officeart/2005/8/layout/vList2"/>
    <dgm:cxn modelId="{C2DEAE93-4E08-47D7-A9DA-6D253716A3CF}" type="presOf" srcId="{D2E9B9D2-850F-4C82-86FB-15C755317E3F}" destId="{57B2E1C2-A02B-4D56-88FC-252326AD5790}" srcOrd="0" destOrd="0" presId="urn:microsoft.com/office/officeart/2005/8/layout/vList2"/>
    <dgm:cxn modelId="{E70D45A4-9BF7-41CC-9EA5-42855C8C79D2}" type="presOf" srcId="{E5DA71FE-6A33-4698-BAEB-0A4079F8C978}" destId="{6B40974C-B1CC-4124-8AF4-63FF71607F4B}" srcOrd="0" destOrd="0" presId="urn:microsoft.com/office/officeart/2005/8/layout/vList2"/>
    <dgm:cxn modelId="{44F6F7AC-FBBC-4D51-B004-FBBEB132A0C1}" srcId="{E5DA71FE-6A33-4698-BAEB-0A4079F8C978}" destId="{69B2549C-A1D0-40AF-9F38-A73E0DC6DF90}" srcOrd="1" destOrd="0" parTransId="{54C08375-DA0A-47F3-89B9-4BAA2EBC5748}" sibTransId="{9522F187-94E9-4306-A75C-09C81BADF76F}"/>
    <dgm:cxn modelId="{F85AFCC3-3D48-4324-93D1-AD867ED055CC}" type="presOf" srcId="{69B2549C-A1D0-40AF-9F38-A73E0DC6DF90}" destId="{7B688440-0E2E-49F8-9792-8D41A3C4F278}" srcOrd="0" destOrd="0" presId="urn:microsoft.com/office/officeart/2005/8/layout/vList2"/>
    <dgm:cxn modelId="{6793E4F1-7373-4518-B576-CF65A0C47239}" type="presOf" srcId="{73BA36D2-E132-4296-AA39-96E9EF944756}" destId="{47450A88-85F1-40BA-9BFA-1B75725B5D02}" srcOrd="0" destOrd="0" presId="urn:microsoft.com/office/officeart/2005/8/layout/vList2"/>
    <dgm:cxn modelId="{27617AF9-3AE5-465D-9745-BDF8CF837C07}" type="presParOf" srcId="{6B40974C-B1CC-4124-8AF4-63FF71607F4B}" destId="{AA2D4927-4ACE-486F-8094-1CB107F6961F}" srcOrd="0" destOrd="0" presId="urn:microsoft.com/office/officeart/2005/8/layout/vList2"/>
    <dgm:cxn modelId="{A9C879A6-D074-41BD-ABDF-FBA10260C0C3}" type="presParOf" srcId="{6B40974C-B1CC-4124-8AF4-63FF71607F4B}" destId="{F2C7D54F-AC99-48E5-83B4-8FEB264FFDE7}" srcOrd="1" destOrd="0" presId="urn:microsoft.com/office/officeart/2005/8/layout/vList2"/>
    <dgm:cxn modelId="{051F2DA0-4716-4A80-9F46-2F0F0E735B92}" type="presParOf" srcId="{6B40974C-B1CC-4124-8AF4-63FF71607F4B}" destId="{7B688440-0E2E-49F8-9792-8D41A3C4F278}" srcOrd="2" destOrd="0" presId="urn:microsoft.com/office/officeart/2005/8/layout/vList2"/>
    <dgm:cxn modelId="{AB0E370D-A4DE-47E1-8768-1819D666991E}" type="presParOf" srcId="{6B40974C-B1CC-4124-8AF4-63FF71607F4B}" destId="{29184795-EAE8-4DBF-94C0-E63E0B136D43}" srcOrd="3" destOrd="0" presId="urn:microsoft.com/office/officeart/2005/8/layout/vList2"/>
    <dgm:cxn modelId="{F3A73179-66C6-4BDD-9B36-27775F4831E8}" type="presParOf" srcId="{6B40974C-B1CC-4124-8AF4-63FF71607F4B}" destId="{DC206BC2-2393-44A7-AC06-271BB411EA14}" srcOrd="4" destOrd="0" presId="urn:microsoft.com/office/officeart/2005/8/layout/vList2"/>
    <dgm:cxn modelId="{7F05E5D3-5E80-456C-8383-049F8D311F00}" type="presParOf" srcId="{6B40974C-B1CC-4124-8AF4-63FF71607F4B}" destId="{F02B5486-DB30-4D08-9496-787A8C1FB34B}" srcOrd="5" destOrd="0" presId="urn:microsoft.com/office/officeart/2005/8/layout/vList2"/>
    <dgm:cxn modelId="{490674CB-827A-4479-92E5-5F2229988A96}" type="presParOf" srcId="{6B40974C-B1CC-4124-8AF4-63FF71607F4B}" destId="{57B2E1C2-A02B-4D56-88FC-252326AD5790}" srcOrd="6" destOrd="0" presId="urn:microsoft.com/office/officeart/2005/8/layout/vList2"/>
    <dgm:cxn modelId="{EE356CA8-FB8E-4A08-ACA1-5FDD31D168FE}" type="presParOf" srcId="{6B40974C-B1CC-4124-8AF4-63FF71607F4B}" destId="{B3B4AFC0-42B5-4763-99AD-90016FF81821}" srcOrd="7" destOrd="0" presId="urn:microsoft.com/office/officeart/2005/8/layout/vList2"/>
    <dgm:cxn modelId="{94659937-5770-4428-9414-29966C4EE050}" type="presParOf" srcId="{6B40974C-B1CC-4124-8AF4-63FF71607F4B}" destId="{47450A88-85F1-40BA-9BFA-1B75725B5D0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04489FF-92CA-40A2-8950-962AFD5AABA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845518-583D-4D25-9A6D-9E27911B3213}">
      <dgm:prSet/>
      <dgm:spPr/>
      <dgm:t>
        <a:bodyPr/>
        <a:lstStyle/>
        <a:p>
          <a:r>
            <a:rPr lang="pl-PL"/>
            <a:t>1. Użytkownik wybiera daty, jednostkę i źródło ceny</a:t>
          </a:r>
          <a:endParaRPr lang="en-US"/>
        </a:p>
      </dgm:t>
    </dgm:pt>
    <dgm:pt modelId="{1F1C9C52-F45F-426A-BEE3-57620975C258}" type="parTrans" cxnId="{610EDF39-09EF-4E63-B652-A44E874AC59D}">
      <dgm:prSet/>
      <dgm:spPr/>
      <dgm:t>
        <a:bodyPr/>
        <a:lstStyle/>
        <a:p>
          <a:endParaRPr lang="en-US"/>
        </a:p>
      </dgm:t>
    </dgm:pt>
    <dgm:pt modelId="{3D8D44D1-9016-4D9C-9FDC-7AA2AA66E81C}" type="sibTrans" cxnId="{610EDF39-09EF-4E63-B652-A44E874AC59D}">
      <dgm:prSet/>
      <dgm:spPr/>
      <dgm:t>
        <a:bodyPr/>
        <a:lstStyle/>
        <a:p>
          <a:endParaRPr lang="en-US"/>
        </a:p>
      </dgm:t>
    </dgm:pt>
    <dgm:pt modelId="{1220DB98-9847-4B19-AF0E-E2296C81C1B0}">
      <dgm:prSet/>
      <dgm:spPr/>
      <dgm:t>
        <a:bodyPr/>
        <a:lstStyle/>
        <a:p>
          <a:r>
            <a:rPr lang="pl-PL"/>
            <a:t>2. Aplikacja pobiera dane z Yahoo Finance po kliknięciu „Prognozuj”</a:t>
          </a:r>
          <a:endParaRPr lang="en-US"/>
        </a:p>
      </dgm:t>
    </dgm:pt>
    <dgm:pt modelId="{BF3A1900-B6C3-4426-ACE4-C6EC34FD652D}" type="parTrans" cxnId="{35069AB8-35FE-45A8-AD5F-9114556C0A35}">
      <dgm:prSet/>
      <dgm:spPr/>
      <dgm:t>
        <a:bodyPr/>
        <a:lstStyle/>
        <a:p>
          <a:endParaRPr lang="en-US"/>
        </a:p>
      </dgm:t>
    </dgm:pt>
    <dgm:pt modelId="{810A4162-A869-464E-B4B1-1B0D04484D58}" type="sibTrans" cxnId="{35069AB8-35FE-45A8-AD5F-9114556C0A35}">
      <dgm:prSet/>
      <dgm:spPr/>
      <dgm:t>
        <a:bodyPr/>
        <a:lstStyle/>
        <a:p>
          <a:endParaRPr lang="en-US"/>
        </a:p>
      </dgm:t>
    </dgm:pt>
    <dgm:pt modelId="{FCA66358-AA53-4881-BC05-D13FECF5602F}">
      <dgm:prSet/>
      <dgm:spPr/>
      <dgm:t>
        <a:bodyPr/>
        <a:lstStyle/>
        <a:p>
          <a:r>
            <a:rPr lang="pl-PL"/>
            <a:t>3. Dane są czyszczone i przekształcane do formy szeregu czasowego</a:t>
          </a:r>
          <a:endParaRPr lang="en-US"/>
        </a:p>
      </dgm:t>
    </dgm:pt>
    <dgm:pt modelId="{EAB3D380-2071-4724-A44C-E43AA6CF1ABD}" type="parTrans" cxnId="{29BE0347-6A23-4079-827F-7BE926B98557}">
      <dgm:prSet/>
      <dgm:spPr/>
      <dgm:t>
        <a:bodyPr/>
        <a:lstStyle/>
        <a:p>
          <a:endParaRPr lang="en-US"/>
        </a:p>
      </dgm:t>
    </dgm:pt>
    <dgm:pt modelId="{8AA0CB5B-5183-4048-B5FF-0A31A39957F9}" type="sibTrans" cxnId="{29BE0347-6A23-4079-827F-7BE926B98557}">
      <dgm:prSet/>
      <dgm:spPr/>
      <dgm:t>
        <a:bodyPr/>
        <a:lstStyle/>
        <a:p>
          <a:endParaRPr lang="en-US"/>
        </a:p>
      </dgm:t>
    </dgm:pt>
    <dgm:pt modelId="{3F276B81-42EA-4A64-A7E0-8CFD121465B4}">
      <dgm:prSet/>
      <dgm:spPr/>
      <dgm:t>
        <a:bodyPr/>
        <a:lstStyle/>
        <a:p>
          <a:r>
            <a:rPr lang="pl-PL"/>
            <a:t>4. Po pobraniu danych następuje trenowanie modelu SARIMA</a:t>
          </a:r>
          <a:endParaRPr lang="en-US"/>
        </a:p>
      </dgm:t>
    </dgm:pt>
    <dgm:pt modelId="{90BC349B-C60E-4109-BB3A-99E778AE8350}" type="parTrans" cxnId="{77C57013-16B7-4650-BC4F-6EBC6DDA417C}">
      <dgm:prSet/>
      <dgm:spPr/>
      <dgm:t>
        <a:bodyPr/>
        <a:lstStyle/>
        <a:p>
          <a:endParaRPr lang="en-US"/>
        </a:p>
      </dgm:t>
    </dgm:pt>
    <dgm:pt modelId="{4C231E4C-93D5-4379-A00D-9F93141121BC}" type="sibTrans" cxnId="{77C57013-16B7-4650-BC4F-6EBC6DDA417C}">
      <dgm:prSet/>
      <dgm:spPr/>
      <dgm:t>
        <a:bodyPr/>
        <a:lstStyle/>
        <a:p>
          <a:endParaRPr lang="en-US"/>
        </a:p>
      </dgm:t>
    </dgm:pt>
    <dgm:pt modelId="{4AF916C1-2A94-40B8-BF48-3FBAF76997E1}">
      <dgm:prSet/>
      <dgm:spPr/>
      <dgm:t>
        <a:bodyPr/>
        <a:lstStyle/>
        <a:p>
          <a:r>
            <a:rPr lang="pl-PL"/>
            <a:t>5. Wyniki prognozy obejmują:</a:t>
          </a:r>
          <a:endParaRPr lang="en-US"/>
        </a:p>
      </dgm:t>
    </dgm:pt>
    <dgm:pt modelId="{46123EE5-1129-48BB-A618-A244A388F470}" type="parTrans" cxnId="{0D9BF914-17C0-4684-9890-FE95CBD2107C}">
      <dgm:prSet/>
      <dgm:spPr/>
      <dgm:t>
        <a:bodyPr/>
        <a:lstStyle/>
        <a:p>
          <a:endParaRPr lang="en-US"/>
        </a:p>
      </dgm:t>
    </dgm:pt>
    <dgm:pt modelId="{D69CE470-4D40-4B26-B579-4AC6D3D89052}" type="sibTrans" cxnId="{0D9BF914-17C0-4684-9890-FE95CBD2107C}">
      <dgm:prSet/>
      <dgm:spPr/>
      <dgm:t>
        <a:bodyPr/>
        <a:lstStyle/>
        <a:p>
          <a:endParaRPr lang="en-US"/>
        </a:p>
      </dgm:t>
    </dgm:pt>
    <dgm:pt modelId="{52E63EAD-2F12-44D2-B598-AE14B1E9EA54}">
      <dgm:prSet/>
      <dgm:spPr/>
      <dgm:t>
        <a:bodyPr/>
        <a:lstStyle/>
        <a:p>
          <a:r>
            <a:rPr lang="pl-PL"/>
            <a:t>Wartość średnią prognozy</a:t>
          </a:r>
          <a:endParaRPr lang="en-US"/>
        </a:p>
      </dgm:t>
    </dgm:pt>
    <dgm:pt modelId="{67CB0739-8E51-4C5A-961E-D8E5843CB610}" type="parTrans" cxnId="{C7624B75-BC3F-4A59-8DFB-FF64C4B4F34B}">
      <dgm:prSet/>
      <dgm:spPr/>
      <dgm:t>
        <a:bodyPr/>
        <a:lstStyle/>
        <a:p>
          <a:endParaRPr lang="en-US"/>
        </a:p>
      </dgm:t>
    </dgm:pt>
    <dgm:pt modelId="{36CBA544-3B8A-4D60-B4F9-8A2DB1A1784C}" type="sibTrans" cxnId="{C7624B75-BC3F-4A59-8DFB-FF64C4B4F34B}">
      <dgm:prSet/>
      <dgm:spPr/>
      <dgm:t>
        <a:bodyPr/>
        <a:lstStyle/>
        <a:p>
          <a:endParaRPr lang="en-US"/>
        </a:p>
      </dgm:t>
    </dgm:pt>
    <dgm:pt modelId="{52DE197D-221F-4275-9451-2AB99CD369EF}">
      <dgm:prSet/>
      <dgm:spPr/>
      <dgm:t>
        <a:bodyPr/>
        <a:lstStyle/>
        <a:p>
          <a:r>
            <a:rPr lang="pl-PL"/>
            <a:t>Zakres niepewności (przedział ufności)</a:t>
          </a:r>
          <a:endParaRPr lang="en-US"/>
        </a:p>
      </dgm:t>
    </dgm:pt>
    <dgm:pt modelId="{CAD393D8-3C4B-4872-BED6-CD230A0BF88D}" type="parTrans" cxnId="{D1BF46D1-0AA0-4BDE-9704-CE436944906E}">
      <dgm:prSet/>
      <dgm:spPr/>
      <dgm:t>
        <a:bodyPr/>
        <a:lstStyle/>
        <a:p>
          <a:endParaRPr lang="en-US"/>
        </a:p>
      </dgm:t>
    </dgm:pt>
    <dgm:pt modelId="{9C589896-7DE8-40E2-AB58-7D332A3C4C63}" type="sibTrans" cxnId="{D1BF46D1-0AA0-4BDE-9704-CE436944906E}">
      <dgm:prSet/>
      <dgm:spPr/>
      <dgm:t>
        <a:bodyPr/>
        <a:lstStyle/>
        <a:p>
          <a:endParaRPr lang="en-US"/>
        </a:p>
      </dgm:t>
    </dgm:pt>
    <dgm:pt modelId="{672FD96D-848A-401C-B843-010E41B13A1F}">
      <dgm:prSet/>
      <dgm:spPr/>
      <dgm:t>
        <a:bodyPr/>
        <a:lstStyle/>
        <a:p>
          <a:r>
            <a:rPr lang="pl-PL"/>
            <a:t>Wykres historyczny + prognoza</a:t>
          </a:r>
          <a:endParaRPr lang="en-US"/>
        </a:p>
      </dgm:t>
    </dgm:pt>
    <dgm:pt modelId="{75E7FD59-732F-46F3-BDAD-79F76AA6B467}" type="parTrans" cxnId="{3D50048B-CDF3-4494-9843-7B93A269DB12}">
      <dgm:prSet/>
      <dgm:spPr/>
      <dgm:t>
        <a:bodyPr/>
        <a:lstStyle/>
        <a:p>
          <a:endParaRPr lang="en-US"/>
        </a:p>
      </dgm:t>
    </dgm:pt>
    <dgm:pt modelId="{ADABC4BC-34A5-4401-9A59-5AE8473A40C1}" type="sibTrans" cxnId="{3D50048B-CDF3-4494-9843-7B93A269DB12}">
      <dgm:prSet/>
      <dgm:spPr/>
      <dgm:t>
        <a:bodyPr/>
        <a:lstStyle/>
        <a:p>
          <a:endParaRPr lang="en-US"/>
        </a:p>
      </dgm:t>
    </dgm:pt>
    <dgm:pt modelId="{53D285C8-2180-4C0D-B477-D51DC98BAB7E}">
      <dgm:prSet/>
      <dgm:spPr/>
      <dgm:t>
        <a:bodyPr/>
        <a:lstStyle/>
        <a:p>
          <a:r>
            <a:rPr lang="pl-PL"/>
            <a:t>6. Wynik prognozy jest wyświetlany w panelu wynikowym</a:t>
          </a:r>
          <a:endParaRPr lang="en-US"/>
        </a:p>
      </dgm:t>
    </dgm:pt>
    <dgm:pt modelId="{04F1D429-6070-423C-8192-323480F759AB}" type="parTrans" cxnId="{A32699DE-2B7E-4E8A-90D8-2895FD8E9C92}">
      <dgm:prSet/>
      <dgm:spPr/>
      <dgm:t>
        <a:bodyPr/>
        <a:lstStyle/>
        <a:p>
          <a:endParaRPr lang="en-US"/>
        </a:p>
      </dgm:t>
    </dgm:pt>
    <dgm:pt modelId="{1C28C608-C866-4675-8DC4-B236D15BB082}" type="sibTrans" cxnId="{A32699DE-2B7E-4E8A-90D8-2895FD8E9C92}">
      <dgm:prSet/>
      <dgm:spPr/>
      <dgm:t>
        <a:bodyPr/>
        <a:lstStyle/>
        <a:p>
          <a:endParaRPr lang="en-US"/>
        </a:p>
      </dgm:t>
    </dgm:pt>
    <dgm:pt modelId="{F8863509-EE28-442F-BF2C-30C87B79B70A}" type="pres">
      <dgm:prSet presAssocID="{304489FF-92CA-40A2-8950-962AFD5AABA8}" presName="Name0" presStyleCnt="0">
        <dgm:presLayoutVars>
          <dgm:dir/>
          <dgm:resizeHandles val="exact"/>
        </dgm:presLayoutVars>
      </dgm:prSet>
      <dgm:spPr/>
    </dgm:pt>
    <dgm:pt modelId="{D45F627D-4C9B-4D87-B12E-8B67652BB577}" type="pres">
      <dgm:prSet presAssocID="{CC845518-583D-4D25-9A6D-9E27911B3213}" presName="node" presStyleLbl="node1" presStyleIdx="0" presStyleCnt="6">
        <dgm:presLayoutVars>
          <dgm:bulletEnabled val="1"/>
        </dgm:presLayoutVars>
      </dgm:prSet>
      <dgm:spPr/>
    </dgm:pt>
    <dgm:pt modelId="{04AC55B4-1AE8-43D9-9597-C8D433A560F0}" type="pres">
      <dgm:prSet presAssocID="{3D8D44D1-9016-4D9C-9FDC-7AA2AA66E81C}" presName="sibTrans" presStyleLbl="sibTrans1D1" presStyleIdx="0" presStyleCnt="5"/>
      <dgm:spPr/>
    </dgm:pt>
    <dgm:pt modelId="{B10496C7-5C72-40A9-AB86-542BE7C6F9BD}" type="pres">
      <dgm:prSet presAssocID="{3D8D44D1-9016-4D9C-9FDC-7AA2AA66E81C}" presName="connectorText" presStyleLbl="sibTrans1D1" presStyleIdx="0" presStyleCnt="5"/>
      <dgm:spPr/>
    </dgm:pt>
    <dgm:pt modelId="{08EB221D-067B-4584-B07D-39CF186BD6A6}" type="pres">
      <dgm:prSet presAssocID="{1220DB98-9847-4B19-AF0E-E2296C81C1B0}" presName="node" presStyleLbl="node1" presStyleIdx="1" presStyleCnt="6">
        <dgm:presLayoutVars>
          <dgm:bulletEnabled val="1"/>
        </dgm:presLayoutVars>
      </dgm:prSet>
      <dgm:spPr/>
    </dgm:pt>
    <dgm:pt modelId="{04C2807E-66D2-4BAB-A075-CF1633B3285A}" type="pres">
      <dgm:prSet presAssocID="{810A4162-A869-464E-B4B1-1B0D04484D58}" presName="sibTrans" presStyleLbl="sibTrans1D1" presStyleIdx="1" presStyleCnt="5"/>
      <dgm:spPr/>
    </dgm:pt>
    <dgm:pt modelId="{D53988DA-B90F-4052-9103-832EE1AF4FBF}" type="pres">
      <dgm:prSet presAssocID="{810A4162-A869-464E-B4B1-1B0D04484D58}" presName="connectorText" presStyleLbl="sibTrans1D1" presStyleIdx="1" presStyleCnt="5"/>
      <dgm:spPr/>
    </dgm:pt>
    <dgm:pt modelId="{31721CBA-FE9D-4DDE-BF4B-97968AC0FFA5}" type="pres">
      <dgm:prSet presAssocID="{FCA66358-AA53-4881-BC05-D13FECF5602F}" presName="node" presStyleLbl="node1" presStyleIdx="2" presStyleCnt="6">
        <dgm:presLayoutVars>
          <dgm:bulletEnabled val="1"/>
        </dgm:presLayoutVars>
      </dgm:prSet>
      <dgm:spPr/>
    </dgm:pt>
    <dgm:pt modelId="{74EFC549-1B61-443B-B056-8E76A0EB48E2}" type="pres">
      <dgm:prSet presAssocID="{8AA0CB5B-5183-4048-B5FF-0A31A39957F9}" presName="sibTrans" presStyleLbl="sibTrans1D1" presStyleIdx="2" presStyleCnt="5"/>
      <dgm:spPr/>
    </dgm:pt>
    <dgm:pt modelId="{47926C21-52AE-49DA-B14B-2ADA79C06DA5}" type="pres">
      <dgm:prSet presAssocID="{8AA0CB5B-5183-4048-B5FF-0A31A39957F9}" presName="connectorText" presStyleLbl="sibTrans1D1" presStyleIdx="2" presStyleCnt="5"/>
      <dgm:spPr/>
    </dgm:pt>
    <dgm:pt modelId="{A0E9DB22-DA39-4286-8D63-266D426D9CEE}" type="pres">
      <dgm:prSet presAssocID="{3F276B81-42EA-4A64-A7E0-8CFD121465B4}" presName="node" presStyleLbl="node1" presStyleIdx="3" presStyleCnt="6">
        <dgm:presLayoutVars>
          <dgm:bulletEnabled val="1"/>
        </dgm:presLayoutVars>
      </dgm:prSet>
      <dgm:spPr/>
    </dgm:pt>
    <dgm:pt modelId="{8EA7A22F-5095-4B82-A3FE-FE02D2BF3C86}" type="pres">
      <dgm:prSet presAssocID="{4C231E4C-93D5-4379-A00D-9F93141121BC}" presName="sibTrans" presStyleLbl="sibTrans1D1" presStyleIdx="3" presStyleCnt="5"/>
      <dgm:spPr/>
    </dgm:pt>
    <dgm:pt modelId="{82AAFDCB-DA07-46AF-AC11-32E69A6615B7}" type="pres">
      <dgm:prSet presAssocID="{4C231E4C-93D5-4379-A00D-9F93141121BC}" presName="connectorText" presStyleLbl="sibTrans1D1" presStyleIdx="3" presStyleCnt="5"/>
      <dgm:spPr/>
    </dgm:pt>
    <dgm:pt modelId="{BA91D8A0-FC66-4DD4-9441-F2F6A3F447FA}" type="pres">
      <dgm:prSet presAssocID="{4AF916C1-2A94-40B8-BF48-3FBAF76997E1}" presName="node" presStyleLbl="node1" presStyleIdx="4" presStyleCnt="6">
        <dgm:presLayoutVars>
          <dgm:bulletEnabled val="1"/>
        </dgm:presLayoutVars>
      </dgm:prSet>
      <dgm:spPr/>
    </dgm:pt>
    <dgm:pt modelId="{DA1D7D18-15C5-44E4-9924-D32380ED3694}" type="pres">
      <dgm:prSet presAssocID="{D69CE470-4D40-4B26-B579-4AC6D3D89052}" presName="sibTrans" presStyleLbl="sibTrans1D1" presStyleIdx="4" presStyleCnt="5"/>
      <dgm:spPr/>
    </dgm:pt>
    <dgm:pt modelId="{C9D717D4-52C1-4EC1-A43E-DDA24CE35154}" type="pres">
      <dgm:prSet presAssocID="{D69CE470-4D40-4B26-B579-4AC6D3D89052}" presName="connectorText" presStyleLbl="sibTrans1D1" presStyleIdx="4" presStyleCnt="5"/>
      <dgm:spPr/>
    </dgm:pt>
    <dgm:pt modelId="{FDE0AFD8-8593-497B-901C-A0A3827B1524}" type="pres">
      <dgm:prSet presAssocID="{53D285C8-2180-4C0D-B477-D51DC98BAB7E}" presName="node" presStyleLbl="node1" presStyleIdx="5" presStyleCnt="6">
        <dgm:presLayoutVars>
          <dgm:bulletEnabled val="1"/>
        </dgm:presLayoutVars>
      </dgm:prSet>
      <dgm:spPr/>
    </dgm:pt>
  </dgm:ptLst>
  <dgm:cxnLst>
    <dgm:cxn modelId="{932C660E-9C24-4A85-8401-704105DA2461}" type="presOf" srcId="{52E63EAD-2F12-44D2-B598-AE14B1E9EA54}" destId="{BA91D8A0-FC66-4DD4-9441-F2F6A3F447FA}" srcOrd="0" destOrd="1" presId="urn:microsoft.com/office/officeart/2016/7/layout/RepeatingBendingProcessNew"/>
    <dgm:cxn modelId="{77C57013-16B7-4650-BC4F-6EBC6DDA417C}" srcId="{304489FF-92CA-40A2-8950-962AFD5AABA8}" destId="{3F276B81-42EA-4A64-A7E0-8CFD121465B4}" srcOrd="3" destOrd="0" parTransId="{90BC349B-C60E-4109-BB3A-99E778AE8350}" sibTransId="{4C231E4C-93D5-4379-A00D-9F93141121BC}"/>
    <dgm:cxn modelId="{0D9BF914-17C0-4684-9890-FE95CBD2107C}" srcId="{304489FF-92CA-40A2-8950-962AFD5AABA8}" destId="{4AF916C1-2A94-40B8-BF48-3FBAF76997E1}" srcOrd="4" destOrd="0" parTransId="{46123EE5-1129-48BB-A618-A244A388F470}" sibTransId="{D69CE470-4D40-4B26-B579-4AC6D3D89052}"/>
    <dgm:cxn modelId="{83CE211E-3367-4CED-9AD5-A5F8CF91CB3C}" type="presOf" srcId="{8AA0CB5B-5183-4048-B5FF-0A31A39957F9}" destId="{47926C21-52AE-49DA-B14B-2ADA79C06DA5}" srcOrd="1" destOrd="0" presId="urn:microsoft.com/office/officeart/2016/7/layout/RepeatingBendingProcessNew"/>
    <dgm:cxn modelId="{92BC2121-D8A4-4646-9C5B-1C297C10EBB3}" type="presOf" srcId="{810A4162-A869-464E-B4B1-1B0D04484D58}" destId="{D53988DA-B90F-4052-9103-832EE1AF4FBF}" srcOrd="1" destOrd="0" presId="urn:microsoft.com/office/officeart/2016/7/layout/RepeatingBendingProcessNew"/>
    <dgm:cxn modelId="{20603629-5508-4B31-A4D6-EB363F699823}" type="presOf" srcId="{D69CE470-4D40-4B26-B579-4AC6D3D89052}" destId="{C9D717D4-52C1-4EC1-A43E-DDA24CE35154}" srcOrd="1" destOrd="0" presId="urn:microsoft.com/office/officeart/2016/7/layout/RepeatingBendingProcessNew"/>
    <dgm:cxn modelId="{610EDF39-09EF-4E63-B652-A44E874AC59D}" srcId="{304489FF-92CA-40A2-8950-962AFD5AABA8}" destId="{CC845518-583D-4D25-9A6D-9E27911B3213}" srcOrd="0" destOrd="0" parTransId="{1F1C9C52-F45F-426A-BEE3-57620975C258}" sibTransId="{3D8D44D1-9016-4D9C-9FDC-7AA2AA66E81C}"/>
    <dgm:cxn modelId="{A5202E3C-B2BB-44F3-9312-ED8604E8E5C6}" type="presOf" srcId="{1220DB98-9847-4B19-AF0E-E2296C81C1B0}" destId="{08EB221D-067B-4584-B07D-39CF186BD6A6}" srcOrd="0" destOrd="0" presId="urn:microsoft.com/office/officeart/2016/7/layout/RepeatingBendingProcessNew"/>
    <dgm:cxn modelId="{1615F843-BC15-4716-9992-70D6EE15977C}" type="presOf" srcId="{D69CE470-4D40-4B26-B579-4AC6D3D89052}" destId="{DA1D7D18-15C5-44E4-9924-D32380ED3694}" srcOrd="0" destOrd="0" presId="urn:microsoft.com/office/officeart/2016/7/layout/RepeatingBendingProcessNew"/>
    <dgm:cxn modelId="{4D978E64-4496-41CF-852A-13E53C39B036}" type="presOf" srcId="{3F276B81-42EA-4A64-A7E0-8CFD121465B4}" destId="{A0E9DB22-DA39-4286-8D63-266D426D9CEE}" srcOrd="0" destOrd="0" presId="urn:microsoft.com/office/officeart/2016/7/layout/RepeatingBendingProcessNew"/>
    <dgm:cxn modelId="{29BE0347-6A23-4079-827F-7BE926B98557}" srcId="{304489FF-92CA-40A2-8950-962AFD5AABA8}" destId="{FCA66358-AA53-4881-BC05-D13FECF5602F}" srcOrd="2" destOrd="0" parTransId="{EAB3D380-2071-4724-A44C-E43AA6CF1ABD}" sibTransId="{8AA0CB5B-5183-4048-B5FF-0A31A39957F9}"/>
    <dgm:cxn modelId="{F8130D71-425F-492F-ABA5-A2128431DBC6}" type="presOf" srcId="{304489FF-92CA-40A2-8950-962AFD5AABA8}" destId="{F8863509-EE28-442F-BF2C-30C87B79B70A}" srcOrd="0" destOrd="0" presId="urn:microsoft.com/office/officeart/2016/7/layout/RepeatingBendingProcessNew"/>
    <dgm:cxn modelId="{1062B551-39DD-44D2-A3E0-DE000DDDFE4E}" type="presOf" srcId="{FCA66358-AA53-4881-BC05-D13FECF5602F}" destId="{31721CBA-FE9D-4DDE-BF4B-97968AC0FFA5}" srcOrd="0" destOrd="0" presId="urn:microsoft.com/office/officeart/2016/7/layout/RepeatingBendingProcessNew"/>
    <dgm:cxn modelId="{37308573-E981-4096-8EE2-5E375012A91C}" type="presOf" srcId="{8AA0CB5B-5183-4048-B5FF-0A31A39957F9}" destId="{74EFC549-1B61-443B-B056-8E76A0EB48E2}" srcOrd="0" destOrd="0" presId="urn:microsoft.com/office/officeart/2016/7/layout/RepeatingBendingProcessNew"/>
    <dgm:cxn modelId="{C7624B75-BC3F-4A59-8DFB-FF64C4B4F34B}" srcId="{4AF916C1-2A94-40B8-BF48-3FBAF76997E1}" destId="{52E63EAD-2F12-44D2-B598-AE14B1E9EA54}" srcOrd="0" destOrd="0" parTransId="{67CB0739-8E51-4C5A-961E-D8E5843CB610}" sibTransId="{36CBA544-3B8A-4D60-B4F9-8A2DB1A1784C}"/>
    <dgm:cxn modelId="{4B009B55-1CC9-4146-B501-16E807054546}" type="presOf" srcId="{4AF916C1-2A94-40B8-BF48-3FBAF76997E1}" destId="{BA91D8A0-FC66-4DD4-9441-F2F6A3F447FA}" srcOrd="0" destOrd="0" presId="urn:microsoft.com/office/officeart/2016/7/layout/RepeatingBendingProcessNew"/>
    <dgm:cxn modelId="{7952F079-8A1D-4FB8-B8DA-40A5C7F4B990}" type="presOf" srcId="{4C231E4C-93D5-4379-A00D-9F93141121BC}" destId="{8EA7A22F-5095-4B82-A3FE-FE02D2BF3C86}" srcOrd="0" destOrd="0" presId="urn:microsoft.com/office/officeart/2016/7/layout/RepeatingBendingProcessNew"/>
    <dgm:cxn modelId="{D250BB89-6C72-4D73-9085-A5B3827F9F3E}" type="presOf" srcId="{CC845518-583D-4D25-9A6D-9E27911B3213}" destId="{D45F627D-4C9B-4D87-B12E-8B67652BB577}" srcOrd="0" destOrd="0" presId="urn:microsoft.com/office/officeart/2016/7/layout/RepeatingBendingProcessNew"/>
    <dgm:cxn modelId="{3D50048B-CDF3-4494-9843-7B93A269DB12}" srcId="{4AF916C1-2A94-40B8-BF48-3FBAF76997E1}" destId="{672FD96D-848A-401C-B843-010E41B13A1F}" srcOrd="2" destOrd="0" parTransId="{75E7FD59-732F-46F3-BDAD-79F76AA6B467}" sibTransId="{ADABC4BC-34A5-4401-9A59-5AE8473A40C1}"/>
    <dgm:cxn modelId="{A0059599-F102-441D-A1EA-5283E84DD43E}" type="presOf" srcId="{3D8D44D1-9016-4D9C-9FDC-7AA2AA66E81C}" destId="{04AC55B4-1AE8-43D9-9597-C8D433A560F0}" srcOrd="0" destOrd="0" presId="urn:microsoft.com/office/officeart/2016/7/layout/RepeatingBendingProcessNew"/>
    <dgm:cxn modelId="{F11216A0-5E6F-4DDE-AA3C-A5AA426A1760}" type="presOf" srcId="{53D285C8-2180-4C0D-B477-D51DC98BAB7E}" destId="{FDE0AFD8-8593-497B-901C-A0A3827B1524}" srcOrd="0" destOrd="0" presId="urn:microsoft.com/office/officeart/2016/7/layout/RepeatingBendingProcessNew"/>
    <dgm:cxn modelId="{C72768B1-ECDB-416E-95EB-29F5C67ACAE7}" type="presOf" srcId="{4C231E4C-93D5-4379-A00D-9F93141121BC}" destId="{82AAFDCB-DA07-46AF-AC11-32E69A6615B7}" srcOrd="1" destOrd="0" presId="urn:microsoft.com/office/officeart/2016/7/layout/RepeatingBendingProcessNew"/>
    <dgm:cxn modelId="{B36A6BB8-D707-4E33-AB6E-CE4918593090}" type="presOf" srcId="{810A4162-A869-464E-B4B1-1B0D04484D58}" destId="{04C2807E-66D2-4BAB-A075-CF1633B3285A}" srcOrd="0" destOrd="0" presId="urn:microsoft.com/office/officeart/2016/7/layout/RepeatingBendingProcessNew"/>
    <dgm:cxn modelId="{35069AB8-35FE-45A8-AD5F-9114556C0A35}" srcId="{304489FF-92CA-40A2-8950-962AFD5AABA8}" destId="{1220DB98-9847-4B19-AF0E-E2296C81C1B0}" srcOrd="1" destOrd="0" parTransId="{BF3A1900-B6C3-4426-ACE4-C6EC34FD652D}" sibTransId="{810A4162-A869-464E-B4B1-1B0D04484D58}"/>
    <dgm:cxn modelId="{1C9067C5-45CC-4662-A163-759D35144926}" type="presOf" srcId="{52DE197D-221F-4275-9451-2AB99CD369EF}" destId="{BA91D8A0-FC66-4DD4-9441-F2F6A3F447FA}" srcOrd="0" destOrd="2" presId="urn:microsoft.com/office/officeart/2016/7/layout/RepeatingBendingProcessNew"/>
    <dgm:cxn modelId="{D1BF46D1-0AA0-4BDE-9704-CE436944906E}" srcId="{4AF916C1-2A94-40B8-BF48-3FBAF76997E1}" destId="{52DE197D-221F-4275-9451-2AB99CD369EF}" srcOrd="1" destOrd="0" parTransId="{CAD393D8-3C4B-4872-BED6-CD230A0BF88D}" sibTransId="{9C589896-7DE8-40E2-AB58-7D332A3C4C63}"/>
    <dgm:cxn modelId="{415201D9-784A-4138-A10B-B92A084F47B7}" type="presOf" srcId="{672FD96D-848A-401C-B843-010E41B13A1F}" destId="{BA91D8A0-FC66-4DD4-9441-F2F6A3F447FA}" srcOrd="0" destOrd="3" presId="urn:microsoft.com/office/officeart/2016/7/layout/RepeatingBendingProcessNew"/>
    <dgm:cxn modelId="{A32699DE-2B7E-4E8A-90D8-2895FD8E9C92}" srcId="{304489FF-92CA-40A2-8950-962AFD5AABA8}" destId="{53D285C8-2180-4C0D-B477-D51DC98BAB7E}" srcOrd="5" destOrd="0" parTransId="{04F1D429-6070-423C-8192-323480F759AB}" sibTransId="{1C28C608-C866-4675-8DC4-B236D15BB082}"/>
    <dgm:cxn modelId="{0CC725FA-9317-4E63-BD7C-B1C2EC8DB12D}" type="presOf" srcId="{3D8D44D1-9016-4D9C-9FDC-7AA2AA66E81C}" destId="{B10496C7-5C72-40A9-AB86-542BE7C6F9BD}" srcOrd="1" destOrd="0" presId="urn:microsoft.com/office/officeart/2016/7/layout/RepeatingBendingProcessNew"/>
    <dgm:cxn modelId="{5B9B8B09-185C-46D1-A5F2-6A161617E36F}" type="presParOf" srcId="{F8863509-EE28-442F-BF2C-30C87B79B70A}" destId="{D45F627D-4C9B-4D87-B12E-8B67652BB577}" srcOrd="0" destOrd="0" presId="urn:microsoft.com/office/officeart/2016/7/layout/RepeatingBendingProcessNew"/>
    <dgm:cxn modelId="{66C357C3-52AD-4F6D-9301-01EB6EBD8164}" type="presParOf" srcId="{F8863509-EE28-442F-BF2C-30C87B79B70A}" destId="{04AC55B4-1AE8-43D9-9597-C8D433A560F0}" srcOrd="1" destOrd="0" presId="urn:microsoft.com/office/officeart/2016/7/layout/RepeatingBendingProcessNew"/>
    <dgm:cxn modelId="{CE8F2F0B-7B2C-4A07-8B82-CA8BE244FD70}" type="presParOf" srcId="{04AC55B4-1AE8-43D9-9597-C8D433A560F0}" destId="{B10496C7-5C72-40A9-AB86-542BE7C6F9BD}" srcOrd="0" destOrd="0" presId="urn:microsoft.com/office/officeart/2016/7/layout/RepeatingBendingProcessNew"/>
    <dgm:cxn modelId="{FA564E05-E230-4742-88D9-E649BA33A9AD}" type="presParOf" srcId="{F8863509-EE28-442F-BF2C-30C87B79B70A}" destId="{08EB221D-067B-4584-B07D-39CF186BD6A6}" srcOrd="2" destOrd="0" presId="urn:microsoft.com/office/officeart/2016/7/layout/RepeatingBendingProcessNew"/>
    <dgm:cxn modelId="{D1703333-9982-403A-9611-0470E7CEE87F}" type="presParOf" srcId="{F8863509-EE28-442F-BF2C-30C87B79B70A}" destId="{04C2807E-66D2-4BAB-A075-CF1633B3285A}" srcOrd="3" destOrd="0" presId="urn:microsoft.com/office/officeart/2016/7/layout/RepeatingBendingProcessNew"/>
    <dgm:cxn modelId="{456FF935-2B3D-41A8-8592-C3CD00287965}" type="presParOf" srcId="{04C2807E-66D2-4BAB-A075-CF1633B3285A}" destId="{D53988DA-B90F-4052-9103-832EE1AF4FBF}" srcOrd="0" destOrd="0" presId="urn:microsoft.com/office/officeart/2016/7/layout/RepeatingBendingProcessNew"/>
    <dgm:cxn modelId="{CE2E134E-9EFE-4EE0-9277-5DC695193267}" type="presParOf" srcId="{F8863509-EE28-442F-BF2C-30C87B79B70A}" destId="{31721CBA-FE9D-4DDE-BF4B-97968AC0FFA5}" srcOrd="4" destOrd="0" presId="urn:microsoft.com/office/officeart/2016/7/layout/RepeatingBendingProcessNew"/>
    <dgm:cxn modelId="{5A9A4051-B926-47C6-B23E-3A590E513746}" type="presParOf" srcId="{F8863509-EE28-442F-BF2C-30C87B79B70A}" destId="{74EFC549-1B61-443B-B056-8E76A0EB48E2}" srcOrd="5" destOrd="0" presId="urn:microsoft.com/office/officeart/2016/7/layout/RepeatingBendingProcessNew"/>
    <dgm:cxn modelId="{284FBE37-67E4-4232-9FD9-10926FEF4BF0}" type="presParOf" srcId="{74EFC549-1B61-443B-B056-8E76A0EB48E2}" destId="{47926C21-52AE-49DA-B14B-2ADA79C06DA5}" srcOrd="0" destOrd="0" presId="urn:microsoft.com/office/officeart/2016/7/layout/RepeatingBendingProcessNew"/>
    <dgm:cxn modelId="{9A592CCA-B42C-47DA-8672-69FAA2065C5D}" type="presParOf" srcId="{F8863509-EE28-442F-BF2C-30C87B79B70A}" destId="{A0E9DB22-DA39-4286-8D63-266D426D9CEE}" srcOrd="6" destOrd="0" presId="urn:microsoft.com/office/officeart/2016/7/layout/RepeatingBendingProcessNew"/>
    <dgm:cxn modelId="{5963670B-53B1-41F4-8059-AB88F409A9EC}" type="presParOf" srcId="{F8863509-EE28-442F-BF2C-30C87B79B70A}" destId="{8EA7A22F-5095-4B82-A3FE-FE02D2BF3C86}" srcOrd="7" destOrd="0" presId="urn:microsoft.com/office/officeart/2016/7/layout/RepeatingBendingProcessNew"/>
    <dgm:cxn modelId="{E7CF7E2E-5A23-4042-AD6B-F5B7C6797DF4}" type="presParOf" srcId="{8EA7A22F-5095-4B82-A3FE-FE02D2BF3C86}" destId="{82AAFDCB-DA07-46AF-AC11-32E69A6615B7}" srcOrd="0" destOrd="0" presId="urn:microsoft.com/office/officeart/2016/7/layout/RepeatingBendingProcessNew"/>
    <dgm:cxn modelId="{6818E149-B91F-4387-A120-D151642FECC4}" type="presParOf" srcId="{F8863509-EE28-442F-BF2C-30C87B79B70A}" destId="{BA91D8A0-FC66-4DD4-9441-F2F6A3F447FA}" srcOrd="8" destOrd="0" presId="urn:microsoft.com/office/officeart/2016/7/layout/RepeatingBendingProcessNew"/>
    <dgm:cxn modelId="{8B9F7DBD-3A6E-46A7-A4CB-08A9CBD59275}" type="presParOf" srcId="{F8863509-EE28-442F-BF2C-30C87B79B70A}" destId="{DA1D7D18-15C5-44E4-9924-D32380ED3694}" srcOrd="9" destOrd="0" presId="urn:microsoft.com/office/officeart/2016/7/layout/RepeatingBendingProcessNew"/>
    <dgm:cxn modelId="{5AEE106E-2478-423A-9D47-5ADEB3B330A8}" type="presParOf" srcId="{DA1D7D18-15C5-44E4-9924-D32380ED3694}" destId="{C9D717D4-52C1-4EC1-A43E-DDA24CE35154}" srcOrd="0" destOrd="0" presId="urn:microsoft.com/office/officeart/2016/7/layout/RepeatingBendingProcessNew"/>
    <dgm:cxn modelId="{B9CB6C30-AFDE-4829-90B1-D27998E54D36}" type="presParOf" srcId="{F8863509-EE28-442F-BF2C-30C87B79B70A}" destId="{FDE0AFD8-8593-497B-901C-A0A3827B1524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F6DB50F-B6E3-424A-B8D5-2B0BE182406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EBE09C4-75EC-4BA5-890E-8266BC00F443}">
      <dgm:prSet/>
      <dgm:spPr/>
      <dgm:t>
        <a:bodyPr/>
        <a:lstStyle/>
        <a:p>
          <a:pPr>
            <a:defRPr b="1"/>
          </a:pPr>
          <a:r>
            <a:rPr lang="pl-PL"/>
            <a:t>Co robi aplikacja</a:t>
          </a:r>
          <a:endParaRPr lang="en-US"/>
        </a:p>
      </dgm:t>
    </dgm:pt>
    <dgm:pt modelId="{0079E885-6485-428F-9ED0-355D9BCD9215}" type="parTrans" cxnId="{0E5DF3CA-C9A4-4138-951D-5D14633D6E22}">
      <dgm:prSet/>
      <dgm:spPr/>
      <dgm:t>
        <a:bodyPr/>
        <a:lstStyle/>
        <a:p>
          <a:endParaRPr lang="en-US"/>
        </a:p>
      </dgm:t>
    </dgm:pt>
    <dgm:pt modelId="{4870F6ED-935C-4880-8CD7-2FC8971EBBE5}" type="sibTrans" cxnId="{0E5DF3CA-C9A4-4138-951D-5D14633D6E22}">
      <dgm:prSet/>
      <dgm:spPr/>
      <dgm:t>
        <a:bodyPr/>
        <a:lstStyle/>
        <a:p>
          <a:endParaRPr lang="en-US"/>
        </a:p>
      </dgm:t>
    </dgm:pt>
    <dgm:pt modelId="{A0BA76AB-FAE3-4986-85AE-3761BFF976AE}">
      <dgm:prSet/>
      <dgm:spPr/>
      <dgm:t>
        <a:bodyPr/>
        <a:lstStyle/>
        <a:p>
          <a:r>
            <a:rPr lang="pl-PL" dirty="0"/>
            <a:t>Pobiera dane finansowe z Yahoo Finance</a:t>
          </a:r>
          <a:endParaRPr lang="en-US" dirty="0"/>
        </a:p>
      </dgm:t>
    </dgm:pt>
    <dgm:pt modelId="{696E04CB-96A5-4340-9726-9DC3E308DE5D}" type="parTrans" cxnId="{D42B77AB-55AE-424A-989C-82CC6F5DE551}">
      <dgm:prSet/>
      <dgm:spPr/>
      <dgm:t>
        <a:bodyPr/>
        <a:lstStyle/>
        <a:p>
          <a:endParaRPr lang="en-US"/>
        </a:p>
      </dgm:t>
    </dgm:pt>
    <dgm:pt modelId="{563677E1-A263-484A-8324-6A2E05EBDBFA}" type="sibTrans" cxnId="{D42B77AB-55AE-424A-989C-82CC6F5DE551}">
      <dgm:prSet/>
      <dgm:spPr/>
      <dgm:t>
        <a:bodyPr/>
        <a:lstStyle/>
        <a:p>
          <a:endParaRPr lang="en-US"/>
        </a:p>
      </dgm:t>
    </dgm:pt>
    <dgm:pt modelId="{58470082-E4EC-4443-A165-70723C5BA8E7}">
      <dgm:prSet/>
      <dgm:spPr/>
      <dgm:t>
        <a:bodyPr/>
        <a:lstStyle/>
        <a:p>
          <a:r>
            <a:rPr lang="pl-PL"/>
            <a:t>Oczyszcza je i przekształca na szeregi czasowe</a:t>
          </a:r>
          <a:endParaRPr lang="en-US"/>
        </a:p>
      </dgm:t>
    </dgm:pt>
    <dgm:pt modelId="{638BB18E-92B2-43DD-A3F8-7F52DA4D86EF}" type="parTrans" cxnId="{68411B37-5F22-4A09-9D75-07F2FBD0C50F}">
      <dgm:prSet/>
      <dgm:spPr/>
      <dgm:t>
        <a:bodyPr/>
        <a:lstStyle/>
        <a:p>
          <a:endParaRPr lang="en-US"/>
        </a:p>
      </dgm:t>
    </dgm:pt>
    <dgm:pt modelId="{E8902FB8-DA77-4CC1-A914-BB3F3B4A0A88}" type="sibTrans" cxnId="{68411B37-5F22-4A09-9D75-07F2FBD0C50F}">
      <dgm:prSet/>
      <dgm:spPr/>
      <dgm:t>
        <a:bodyPr/>
        <a:lstStyle/>
        <a:p>
          <a:endParaRPr lang="en-US"/>
        </a:p>
      </dgm:t>
    </dgm:pt>
    <dgm:pt modelId="{CDAE5D20-2B67-4ABC-8BF7-049D3F6BB638}">
      <dgm:prSet/>
      <dgm:spPr/>
      <dgm:t>
        <a:bodyPr/>
        <a:lstStyle/>
        <a:p>
          <a:r>
            <a:rPr lang="pl-PL"/>
            <a:t>Generuje prognozę cen złota przy użyciu modelu SARIMA</a:t>
          </a:r>
          <a:endParaRPr lang="en-US"/>
        </a:p>
      </dgm:t>
    </dgm:pt>
    <dgm:pt modelId="{19D5BA01-B1F5-494A-8F9B-0F18412BE612}" type="parTrans" cxnId="{0BBB4FF1-3F9A-4905-A276-28642626AFD9}">
      <dgm:prSet/>
      <dgm:spPr/>
      <dgm:t>
        <a:bodyPr/>
        <a:lstStyle/>
        <a:p>
          <a:endParaRPr lang="en-US"/>
        </a:p>
      </dgm:t>
    </dgm:pt>
    <dgm:pt modelId="{E40F3F2B-FE85-432C-BB9D-74EA6B2DD7ED}" type="sibTrans" cxnId="{0BBB4FF1-3F9A-4905-A276-28642626AFD9}">
      <dgm:prSet/>
      <dgm:spPr/>
      <dgm:t>
        <a:bodyPr/>
        <a:lstStyle/>
        <a:p>
          <a:endParaRPr lang="en-US"/>
        </a:p>
      </dgm:t>
    </dgm:pt>
    <dgm:pt modelId="{6763AD89-9856-4E11-8F77-F10B7741C575}">
      <dgm:prSet/>
      <dgm:spPr/>
      <dgm:t>
        <a:bodyPr/>
        <a:lstStyle/>
        <a:p>
          <a:r>
            <a:rPr lang="pl-PL"/>
            <a:t>Prezentuje wynik w czytelnej formie (wykres + wartości liczbowe) </a:t>
          </a:r>
          <a:endParaRPr lang="en-US"/>
        </a:p>
      </dgm:t>
    </dgm:pt>
    <dgm:pt modelId="{4999E073-C829-4907-A42C-C57DDDA59230}" type="parTrans" cxnId="{84E81DFF-CBFA-41C3-AAFF-7674BD33AD0A}">
      <dgm:prSet/>
      <dgm:spPr/>
      <dgm:t>
        <a:bodyPr/>
        <a:lstStyle/>
        <a:p>
          <a:endParaRPr lang="en-US"/>
        </a:p>
      </dgm:t>
    </dgm:pt>
    <dgm:pt modelId="{23541DFD-4024-47B8-AE8F-B11F4CC9B2FF}" type="sibTrans" cxnId="{84E81DFF-CBFA-41C3-AAFF-7674BD33AD0A}">
      <dgm:prSet/>
      <dgm:spPr/>
      <dgm:t>
        <a:bodyPr/>
        <a:lstStyle/>
        <a:p>
          <a:endParaRPr lang="en-US"/>
        </a:p>
      </dgm:t>
    </dgm:pt>
    <dgm:pt modelId="{9AF36CAE-BAAA-49F4-B517-74BEF7DA65EC}">
      <dgm:prSet/>
      <dgm:spPr/>
      <dgm:t>
        <a:bodyPr/>
        <a:lstStyle/>
        <a:p>
          <a:pPr>
            <a:defRPr b="1"/>
          </a:pPr>
          <a:r>
            <a:rPr lang="pl-PL"/>
            <a:t>Jakie narzędzia wykorzystuje</a:t>
          </a:r>
          <a:endParaRPr lang="en-US"/>
        </a:p>
      </dgm:t>
    </dgm:pt>
    <dgm:pt modelId="{38460B94-1856-40DF-B4F1-630131195759}" type="parTrans" cxnId="{6DCE44FF-D892-46F8-AEB3-790A2D3B5B76}">
      <dgm:prSet/>
      <dgm:spPr/>
      <dgm:t>
        <a:bodyPr/>
        <a:lstStyle/>
        <a:p>
          <a:endParaRPr lang="en-US"/>
        </a:p>
      </dgm:t>
    </dgm:pt>
    <dgm:pt modelId="{428E8E85-CE65-4D11-B28D-E2D013DEEB7C}" type="sibTrans" cxnId="{6DCE44FF-D892-46F8-AEB3-790A2D3B5B76}">
      <dgm:prSet/>
      <dgm:spPr/>
      <dgm:t>
        <a:bodyPr/>
        <a:lstStyle/>
        <a:p>
          <a:endParaRPr lang="en-US"/>
        </a:p>
      </dgm:t>
    </dgm:pt>
    <dgm:pt modelId="{8B069F2D-B945-40A1-BDCB-E22285EB59CE}">
      <dgm:prSet/>
      <dgm:spPr/>
      <dgm:t>
        <a:bodyPr/>
        <a:lstStyle/>
        <a:p>
          <a:r>
            <a:rPr lang="pl-PL" dirty="0" err="1"/>
            <a:t>Python</a:t>
          </a:r>
          <a:r>
            <a:rPr lang="pl-PL" dirty="0"/>
            <a:t> – logika aplikacji</a:t>
          </a:r>
        </a:p>
        <a:p>
          <a:r>
            <a:rPr lang="pl-PL" dirty="0" err="1"/>
            <a:t>Pandas</a:t>
          </a:r>
          <a:r>
            <a:rPr lang="pl-PL" dirty="0"/>
            <a:t> / </a:t>
          </a:r>
          <a:r>
            <a:rPr lang="pl-PL" dirty="0" err="1"/>
            <a:t>NumPy</a:t>
          </a:r>
          <a:r>
            <a:rPr lang="pl-PL" dirty="0"/>
            <a:t> – przetwarzanie danych</a:t>
          </a:r>
        </a:p>
        <a:p>
          <a:r>
            <a:rPr lang="pl-PL" dirty="0" err="1"/>
            <a:t>Statsmodels</a:t>
          </a:r>
          <a:r>
            <a:rPr lang="pl-PL" dirty="0"/>
            <a:t> (SARIMA) – modelowanie i prognoza</a:t>
          </a:r>
        </a:p>
        <a:p>
          <a:r>
            <a:rPr lang="pl-PL" dirty="0" err="1"/>
            <a:t>Matplotlib</a:t>
          </a:r>
          <a:r>
            <a:rPr lang="pl-PL" dirty="0"/>
            <a:t> – wizualizacja</a:t>
          </a:r>
        </a:p>
        <a:p>
          <a:r>
            <a:rPr lang="pl-PL" dirty="0" err="1"/>
            <a:t>Streamlit</a:t>
          </a:r>
          <a:r>
            <a:rPr lang="pl-PL" dirty="0"/>
            <a:t> – interfejs </a:t>
          </a:r>
          <a:r>
            <a:rPr lang="pl-PL" dirty="0" err="1"/>
            <a:t>uzytkownika</a:t>
          </a:r>
          <a:endParaRPr lang="en-US" dirty="0"/>
        </a:p>
      </dgm:t>
    </dgm:pt>
    <dgm:pt modelId="{F7A593A2-8861-4E2E-8F58-6A68446B406E}" type="parTrans" cxnId="{92C27930-657D-4362-8CB2-3862A053F291}">
      <dgm:prSet/>
      <dgm:spPr/>
      <dgm:t>
        <a:bodyPr/>
        <a:lstStyle/>
        <a:p>
          <a:endParaRPr lang="en-US"/>
        </a:p>
      </dgm:t>
    </dgm:pt>
    <dgm:pt modelId="{69FBFEFC-F7AE-4636-A1D9-F7B19EE333F4}" type="sibTrans" cxnId="{92C27930-657D-4362-8CB2-3862A053F291}">
      <dgm:prSet/>
      <dgm:spPr/>
      <dgm:t>
        <a:bodyPr/>
        <a:lstStyle/>
        <a:p>
          <a:endParaRPr lang="en-US"/>
        </a:p>
      </dgm:t>
    </dgm:pt>
    <dgm:pt modelId="{13170E14-B148-446E-8949-9F1598560DB3}">
      <dgm:prSet/>
      <dgm:spPr/>
      <dgm:t>
        <a:bodyPr/>
        <a:lstStyle/>
        <a:p>
          <a:pPr>
            <a:defRPr b="1"/>
          </a:pPr>
          <a:r>
            <a:rPr lang="pl-PL"/>
            <a:t>Główne ograniczenia</a:t>
          </a:r>
          <a:endParaRPr lang="en-US"/>
        </a:p>
      </dgm:t>
    </dgm:pt>
    <dgm:pt modelId="{7E6D6F55-6D23-4021-AEE2-2F18B04D3838}" type="parTrans" cxnId="{0FEFE22B-3AF5-4BBC-B2C4-64F5F5D42A71}">
      <dgm:prSet/>
      <dgm:spPr/>
      <dgm:t>
        <a:bodyPr/>
        <a:lstStyle/>
        <a:p>
          <a:endParaRPr lang="en-US"/>
        </a:p>
      </dgm:t>
    </dgm:pt>
    <dgm:pt modelId="{C578F57D-5B95-4116-B940-49A647BC6890}" type="sibTrans" cxnId="{0FEFE22B-3AF5-4BBC-B2C4-64F5F5D42A71}">
      <dgm:prSet/>
      <dgm:spPr/>
      <dgm:t>
        <a:bodyPr/>
        <a:lstStyle/>
        <a:p>
          <a:endParaRPr lang="en-US"/>
        </a:p>
      </dgm:t>
    </dgm:pt>
    <dgm:pt modelId="{6EE50EB6-5250-4A3E-9A42-94B36D963C92}">
      <dgm:prSet/>
      <dgm:spPr/>
      <dgm:t>
        <a:bodyPr/>
        <a:lstStyle/>
        <a:p>
          <a:r>
            <a:rPr lang="pl-PL" dirty="0"/>
            <a:t>Prognoza opiera się na danych historycznych (brak gwarancji trafności)</a:t>
          </a:r>
        </a:p>
        <a:p>
          <a:r>
            <a:rPr lang="pl-PL" dirty="0"/>
            <a:t>Dane z Yahoo Finance mogą być opóźnione</a:t>
          </a:r>
        </a:p>
        <a:p>
          <a:r>
            <a:rPr lang="pl-PL" dirty="0"/>
            <a:t>Model SARIMA nie uwzględnia czynników makroekonomicznych</a:t>
          </a:r>
        </a:p>
        <a:p>
          <a:r>
            <a:rPr lang="pl-PL" dirty="0"/>
            <a:t>Aplikacja wymaga stałego dostępu do Internetu</a:t>
          </a:r>
        </a:p>
      </dgm:t>
    </dgm:pt>
    <dgm:pt modelId="{5F789097-5DBE-4974-9383-3556F4409BF3}" type="parTrans" cxnId="{E0B6F220-9E7E-49F3-81D5-A1B93B8C98B8}">
      <dgm:prSet/>
      <dgm:spPr/>
      <dgm:t>
        <a:bodyPr/>
        <a:lstStyle/>
        <a:p>
          <a:endParaRPr lang="en-US"/>
        </a:p>
      </dgm:t>
    </dgm:pt>
    <dgm:pt modelId="{B85DC78F-9290-45A1-99D5-8EB46E568590}" type="sibTrans" cxnId="{E0B6F220-9E7E-49F3-81D5-A1B93B8C98B8}">
      <dgm:prSet/>
      <dgm:spPr/>
      <dgm:t>
        <a:bodyPr/>
        <a:lstStyle/>
        <a:p>
          <a:endParaRPr lang="en-US"/>
        </a:p>
      </dgm:t>
    </dgm:pt>
    <dgm:pt modelId="{0BFCF1A0-4C6C-4EE3-BF61-6D495102F79C}" type="pres">
      <dgm:prSet presAssocID="{6F6DB50F-B6E3-424A-B8D5-2B0BE1824066}" presName="root" presStyleCnt="0">
        <dgm:presLayoutVars>
          <dgm:dir/>
          <dgm:resizeHandles val="exact"/>
        </dgm:presLayoutVars>
      </dgm:prSet>
      <dgm:spPr/>
    </dgm:pt>
    <dgm:pt modelId="{DF794F76-7150-4894-B82F-0D392AB61ED7}" type="pres">
      <dgm:prSet presAssocID="{4EBE09C4-75EC-4BA5-890E-8266BC00F443}" presName="compNode" presStyleCnt="0"/>
      <dgm:spPr/>
    </dgm:pt>
    <dgm:pt modelId="{CC0CE273-8963-4A8E-A724-57DF7FBCE1AE}" type="pres">
      <dgm:prSet presAssocID="{4EBE09C4-75EC-4BA5-890E-8266BC00F4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933ECDF0-C5A3-40EB-84D3-58FFFB8CBAE7}" type="pres">
      <dgm:prSet presAssocID="{4EBE09C4-75EC-4BA5-890E-8266BC00F443}" presName="iconSpace" presStyleCnt="0"/>
      <dgm:spPr/>
    </dgm:pt>
    <dgm:pt modelId="{C9D1EC62-9614-46E3-83E4-7E62E5CA2668}" type="pres">
      <dgm:prSet presAssocID="{4EBE09C4-75EC-4BA5-890E-8266BC00F443}" presName="parTx" presStyleLbl="revTx" presStyleIdx="0" presStyleCnt="6">
        <dgm:presLayoutVars>
          <dgm:chMax val="0"/>
          <dgm:chPref val="0"/>
        </dgm:presLayoutVars>
      </dgm:prSet>
      <dgm:spPr/>
    </dgm:pt>
    <dgm:pt modelId="{DDDD1610-3AB7-4180-9369-9E97592BB8E7}" type="pres">
      <dgm:prSet presAssocID="{4EBE09C4-75EC-4BA5-890E-8266BC00F443}" presName="txSpace" presStyleCnt="0"/>
      <dgm:spPr/>
    </dgm:pt>
    <dgm:pt modelId="{D0021F7E-EA2E-422C-8F67-631D56246C4E}" type="pres">
      <dgm:prSet presAssocID="{4EBE09C4-75EC-4BA5-890E-8266BC00F443}" presName="desTx" presStyleLbl="revTx" presStyleIdx="1" presStyleCnt="6">
        <dgm:presLayoutVars/>
      </dgm:prSet>
      <dgm:spPr/>
    </dgm:pt>
    <dgm:pt modelId="{688772AC-4191-4E48-A323-1AB48FAB4AA4}" type="pres">
      <dgm:prSet presAssocID="{4870F6ED-935C-4880-8CD7-2FC8971EBBE5}" presName="sibTrans" presStyleCnt="0"/>
      <dgm:spPr/>
    </dgm:pt>
    <dgm:pt modelId="{2B4FFBD2-5580-4349-BE6D-A5E049E12590}" type="pres">
      <dgm:prSet presAssocID="{9AF36CAE-BAAA-49F4-B517-74BEF7DA65EC}" presName="compNode" presStyleCnt="0"/>
      <dgm:spPr/>
    </dgm:pt>
    <dgm:pt modelId="{FF7D2BEC-3107-4EDF-B475-BE945763DCA9}" type="pres">
      <dgm:prSet presAssocID="{9AF36CAE-BAAA-49F4-B517-74BEF7DA65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C055A901-2636-4E95-9818-98EDC165EF61}" type="pres">
      <dgm:prSet presAssocID="{9AF36CAE-BAAA-49F4-B517-74BEF7DA65EC}" presName="iconSpace" presStyleCnt="0"/>
      <dgm:spPr/>
    </dgm:pt>
    <dgm:pt modelId="{BF109801-DEEA-4508-8DCE-08FDE5D39A53}" type="pres">
      <dgm:prSet presAssocID="{9AF36CAE-BAAA-49F4-B517-74BEF7DA65EC}" presName="parTx" presStyleLbl="revTx" presStyleIdx="2" presStyleCnt="6">
        <dgm:presLayoutVars>
          <dgm:chMax val="0"/>
          <dgm:chPref val="0"/>
        </dgm:presLayoutVars>
      </dgm:prSet>
      <dgm:spPr/>
    </dgm:pt>
    <dgm:pt modelId="{A0BE04B8-5F0B-44C9-93BB-D8235275EA1B}" type="pres">
      <dgm:prSet presAssocID="{9AF36CAE-BAAA-49F4-B517-74BEF7DA65EC}" presName="txSpace" presStyleCnt="0"/>
      <dgm:spPr/>
    </dgm:pt>
    <dgm:pt modelId="{B4FDA0E9-5DD1-4EAC-A421-70C1FB7740FA}" type="pres">
      <dgm:prSet presAssocID="{9AF36CAE-BAAA-49F4-B517-74BEF7DA65EC}" presName="desTx" presStyleLbl="revTx" presStyleIdx="3" presStyleCnt="6">
        <dgm:presLayoutVars/>
      </dgm:prSet>
      <dgm:spPr/>
    </dgm:pt>
    <dgm:pt modelId="{18D843E8-833B-453D-A1A2-B0B97456B5CA}" type="pres">
      <dgm:prSet presAssocID="{428E8E85-CE65-4D11-B28D-E2D013DEEB7C}" presName="sibTrans" presStyleCnt="0"/>
      <dgm:spPr/>
    </dgm:pt>
    <dgm:pt modelId="{EDA1A3D3-E36B-4071-A1CE-F12B7AFBB1BC}" type="pres">
      <dgm:prSet presAssocID="{13170E14-B148-446E-8949-9F1598560DB3}" presName="compNode" presStyleCnt="0"/>
      <dgm:spPr/>
    </dgm:pt>
    <dgm:pt modelId="{F3391F5B-E770-4B23-9466-305F44A25195}" type="pres">
      <dgm:prSet presAssocID="{13170E14-B148-446E-8949-9F1598560D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strzeżenie"/>
        </a:ext>
      </dgm:extLst>
    </dgm:pt>
    <dgm:pt modelId="{EAFD3EAA-E978-4058-AFBE-F880AD75A728}" type="pres">
      <dgm:prSet presAssocID="{13170E14-B148-446E-8949-9F1598560DB3}" presName="iconSpace" presStyleCnt="0"/>
      <dgm:spPr/>
    </dgm:pt>
    <dgm:pt modelId="{371DB82E-80B0-4693-9AF7-ED2BE556E706}" type="pres">
      <dgm:prSet presAssocID="{13170E14-B148-446E-8949-9F1598560DB3}" presName="parTx" presStyleLbl="revTx" presStyleIdx="4" presStyleCnt="6">
        <dgm:presLayoutVars>
          <dgm:chMax val="0"/>
          <dgm:chPref val="0"/>
        </dgm:presLayoutVars>
      </dgm:prSet>
      <dgm:spPr/>
    </dgm:pt>
    <dgm:pt modelId="{B3A0739D-9E75-4461-9256-B4E5FEEB4125}" type="pres">
      <dgm:prSet presAssocID="{13170E14-B148-446E-8949-9F1598560DB3}" presName="txSpace" presStyleCnt="0"/>
      <dgm:spPr/>
    </dgm:pt>
    <dgm:pt modelId="{39321EDD-C2B3-46D3-8B3A-F90A93F36390}" type="pres">
      <dgm:prSet presAssocID="{13170E14-B148-446E-8949-9F1598560DB3}" presName="desTx" presStyleLbl="revTx" presStyleIdx="5" presStyleCnt="6">
        <dgm:presLayoutVars/>
      </dgm:prSet>
      <dgm:spPr/>
    </dgm:pt>
  </dgm:ptLst>
  <dgm:cxnLst>
    <dgm:cxn modelId="{E0B6F220-9E7E-49F3-81D5-A1B93B8C98B8}" srcId="{13170E14-B148-446E-8949-9F1598560DB3}" destId="{6EE50EB6-5250-4A3E-9A42-94B36D963C92}" srcOrd="0" destOrd="0" parTransId="{5F789097-5DBE-4974-9383-3556F4409BF3}" sibTransId="{B85DC78F-9290-45A1-99D5-8EB46E568590}"/>
    <dgm:cxn modelId="{0FEFE22B-3AF5-4BBC-B2C4-64F5F5D42A71}" srcId="{6F6DB50F-B6E3-424A-B8D5-2B0BE1824066}" destId="{13170E14-B148-446E-8949-9F1598560DB3}" srcOrd="2" destOrd="0" parTransId="{7E6D6F55-6D23-4021-AEE2-2F18B04D3838}" sibTransId="{C578F57D-5B95-4116-B940-49A647BC6890}"/>
    <dgm:cxn modelId="{92C27930-657D-4362-8CB2-3862A053F291}" srcId="{9AF36CAE-BAAA-49F4-B517-74BEF7DA65EC}" destId="{8B069F2D-B945-40A1-BDCB-E22285EB59CE}" srcOrd="0" destOrd="0" parTransId="{F7A593A2-8861-4E2E-8F58-6A68446B406E}" sibTransId="{69FBFEFC-F7AE-4636-A1D9-F7B19EE333F4}"/>
    <dgm:cxn modelId="{68411B37-5F22-4A09-9D75-07F2FBD0C50F}" srcId="{4EBE09C4-75EC-4BA5-890E-8266BC00F443}" destId="{58470082-E4EC-4443-A165-70723C5BA8E7}" srcOrd="1" destOrd="0" parTransId="{638BB18E-92B2-43DD-A3F8-7F52DA4D86EF}" sibTransId="{E8902FB8-DA77-4CC1-A914-BB3F3B4A0A88}"/>
    <dgm:cxn modelId="{23D4B346-4062-41FE-BA32-337176DC57E4}" type="presOf" srcId="{CDAE5D20-2B67-4ABC-8BF7-049D3F6BB638}" destId="{D0021F7E-EA2E-422C-8F67-631D56246C4E}" srcOrd="0" destOrd="2" presId="urn:microsoft.com/office/officeart/2018/2/layout/IconLabelDescriptionList"/>
    <dgm:cxn modelId="{C558AA98-77AE-4B89-AC04-F78E92FEC79F}" type="presOf" srcId="{13170E14-B148-446E-8949-9F1598560DB3}" destId="{371DB82E-80B0-4693-9AF7-ED2BE556E706}" srcOrd="0" destOrd="0" presId="urn:microsoft.com/office/officeart/2018/2/layout/IconLabelDescriptionList"/>
    <dgm:cxn modelId="{109E5E9D-07E3-4721-8803-49C35C98782B}" type="presOf" srcId="{6763AD89-9856-4E11-8F77-F10B7741C575}" destId="{D0021F7E-EA2E-422C-8F67-631D56246C4E}" srcOrd="0" destOrd="3" presId="urn:microsoft.com/office/officeart/2018/2/layout/IconLabelDescriptionList"/>
    <dgm:cxn modelId="{D42B77AB-55AE-424A-989C-82CC6F5DE551}" srcId="{4EBE09C4-75EC-4BA5-890E-8266BC00F443}" destId="{A0BA76AB-FAE3-4986-85AE-3761BFF976AE}" srcOrd="0" destOrd="0" parTransId="{696E04CB-96A5-4340-9726-9DC3E308DE5D}" sibTransId="{563677E1-A263-484A-8324-6A2E05EBDBFA}"/>
    <dgm:cxn modelId="{6F8FABC1-B1EE-4AC8-891E-1CB305A2C6BB}" type="presOf" srcId="{6F6DB50F-B6E3-424A-B8D5-2B0BE1824066}" destId="{0BFCF1A0-4C6C-4EE3-BF61-6D495102F79C}" srcOrd="0" destOrd="0" presId="urn:microsoft.com/office/officeart/2018/2/layout/IconLabelDescriptionList"/>
    <dgm:cxn modelId="{0E5DF3CA-C9A4-4138-951D-5D14633D6E22}" srcId="{6F6DB50F-B6E3-424A-B8D5-2B0BE1824066}" destId="{4EBE09C4-75EC-4BA5-890E-8266BC00F443}" srcOrd="0" destOrd="0" parTransId="{0079E885-6485-428F-9ED0-355D9BCD9215}" sibTransId="{4870F6ED-935C-4880-8CD7-2FC8971EBBE5}"/>
    <dgm:cxn modelId="{159CDBD2-36EB-4CB5-BE19-988E9C1C6B86}" type="presOf" srcId="{A0BA76AB-FAE3-4986-85AE-3761BFF976AE}" destId="{D0021F7E-EA2E-422C-8F67-631D56246C4E}" srcOrd="0" destOrd="0" presId="urn:microsoft.com/office/officeart/2018/2/layout/IconLabelDescriptionList"/>
    <dgm:cxn modelId="{973062E8-92A7-41BF-8912-EDE5CFBE4A02}" type="presOf" srcId="{8B069F2D-B945-40A1-BDCB-E22285EB59CE}" destId="{B4FDA0E9-5DD1-4EAC-A421-70C1FB7740FA}" srcOrd="0" destOrd="0" presId="urn:microsoft.com/office/officeart/2018/2/layout/IconLabelDescriptionList"/>
    <dgm:cxn modelId="{726246EF-0E81-44A7-A803-D209D5C392DD}" type="presOf" srcId="{6EE50EB6-5250-4A3E-9A42-94B36D963C92}" destId="{39321EDD-C2B3-46D3-8B3A-F90A93F36390}" srcOrd="0" destOrd="0" presId="urn:microsoft.com/office/officeart/2018/2/layout/IconLabelDescriptionList"/>
    <dgm:cxn modelId="{0BBB4FF1-3F9A-4905-A276-28642626AFD9}" srcId="{4EBE09C4-75EC-4BA5-890E-8266BC00F443}" destId="{CDAE5D20-2B67-4ABC-8BF7-049D3F6BB638}" srcOrd="2" destOrd="0" parTransId="{19D5BA01-B1F5-494A-8F9B-0F18412BE612}" sibTransId="{E40F3F2B-FE85-432C-BB9D-74EA6B2DD7ED}"/>
    <dgm:cxn modelId="{70D672F3-B94F-4914-9D01-CA99D41EC771}" type="presOf" srcId="{4EBE09C4-75EC-4BA5-890E-8266BC00F443}" destId="{C9D1EC62-9614-46E3-83E4-7E62E5CA2668}" srcOrd="0" destOrd="0" presId="urn:microsoft.com/office/officeart/2018/2/layout/IconLabelDescriptionList"/>
    <dgm:cxn modelId="{60458CF8-FD0A-4590-9ACE-02FECB3682C5}" type="presOf" srcId="{58470082-E4EC-4443-A165-70723C5BA8E7}" destId="{D0021F7E-EA2E-422C-8F67-631D56246C4E}" srcOrd="0" destOrd="1" presId="urn:microsoft.com/office/officeart/2018/2/layout/IconLabelDescriptionList"/>
    <dgm:cxn modelId="{323D3AFE-8F39-4DD3-8A32-20D2D8B9E9AB}" type="presOf" srcId="{9AF36CAE-BAAA-49F4-B517-74BEF7DA65EC}" destId="{BF109801-DEEA-4508-8DCE-08FDE5D39A53}" srcOrd="0" destOrd="0" presId="urn:microsoft.com/office/officeart/2018/2/layout/IconLabelDescriptionList"/>
    <dgm:cxn modelId="{84E81DFF-CBFA-41C3-AAFF-7674BD33AD0A}" srcId="{4EBE09C4-75EC-4BA5-890E-8266BC00F443}" destId="{6763AD89-9856-4E11-8F77-F10B7741C575}" srcOrd="3" destOrd="0" parTransId="{4999E073-C829-4907-A42C-C57DDDA59230}" sibTransId="{23541DFD-4024-47B8-AE8F-B11F4CC9B2FF}"/>
    <dgm:cxn modelId="{6DCE44FF-D892-46F8-AEB3-790A2D3B5B76}" srcId="{6F6DB50F-B6E3-424A-B8D5-2B0BE1824066}" destId="{9AF36CAE-BAAA-49F4-B517-74BEF7DA65EC}" srcOrd="1" destOrd="0" parTransId="{38460B94-1856-40DF-B4F1-630131195759}" sibTransId="{428E8E85-CE65-4D11-B28D-E2D013DEEB7C}"/>
    <dgm:cxn modelId="{8C3E3313-9E55-4E78-A6E3-AC4F758D175B}" type="presParOf" srcId="{0BFCF1A0-4C6C-4EE3-BF61-6D495102F79C}" destId="{DF794F76-7150-4894-B82F-0D392AB61ED7}" srcOrd="0" destOrd="0" presId="urn:microsoft.com/office/officeart/2018/2/layout/IconLabelDescriptionList"/>
    <dgm:cxn modelId="{17F3D2E6-78D5-4753-ACE1-7D8032136F72}" type="presParOf" srcId="{DF794F76-7150-4894-B82F-0D392AB61ED7}" destId="{CC0CE273-8963-4A8E-A724-57DF7FBCE1AE}" srcOrd="0" destOrd="0" presId="urn:microsoft.com/office/officeart/2018/2/layout/IconLabelDescriptionList"/>
    <dgm:cxn modelId="{670B61DA-4537-4F27-AFCF-5613DFA88881}" type="presParOf" srcId="{DF794F76-7150-4894-B82F-0D392AB61ED7}" destId="{933ECDF0-C5A3-40EB-84D3-58FFFB8CBAE7}" srcOrd="1" destOrd="0" presId="urn:microsoft.com/office/officeart/2018/2/layout/IconLabelDescriptionList"/>
    <dgm:cxn modelId="{44F4415E-B765-4298-A787-63C76DEB1436}" type="presParOf" srcId="{DF794F76-7150-4894-B82F-0D392AB61ED7}" destId="{C9D1EC62-9614-46E3-83E4-7E62E5CA2668}" srcOrd="2" destOrd="0" presId="urn:microsoft.com/office/officeart/2018/2/layout/IconLabelDescriptionList"/>
    <dgm:cxn modelId="{B7B0A89A-7129-4805-823A-220E564583C2}" type="presParOf" srcId="{DF794F76-7150-4894-B82F-0D392AB61ED7}" destId="{DDDD1610-3AB7-4180-9369-9E97592BB8E7}" srcOrd="3" destOrd="0" presId="urn:microsoft.com/office/officeart/2018/2/layout/IconLabelDescriptionList"/>
    <dgm:cxn modelId="{BBFA8953-6872-48C5-B8E0-2EDFD33726F7}" type="presParOf" srcId="{DF794F76-7150-4894-B82F-0D392AB61ED7}" destId="{D0021F7E-EA2E-422C-8F67-631D56246C4E}" srcOrd="4" destOrd="0" presId="urn:microsoft.com/office/officeart/2018/2/layout/IconLabelDescriptionList"/>
    <dgm:cxn modelId="{63A15061-2BA5-4F8B-BBD7-4CBA828DEFCB}" type="presParOf" srcId="{0BFCF1A0-4C6C-4EE3-BF61-6D495102F79C}" destId="{688772AC-4191-4E48-A323-1AB48FAB4AA4}" srcOrd="1" destOrd="0" presId="urn:microsoft.com/office/officeart/2018/2/layout/IconLabelDescriptionList"/>
    <dgm:cxn modelId="{2637B489-CAB6-4CCD-A662-C05E546C94C2}" type="presParOf" srcId="{0BFCF1A0-4C6C-4EE3-BF61-6D495102F79C}" destId="{2B4FFBD2-5580-4349-BE6D-A5E049E12590}" srcOrd="2" destOrd="0" presId="urn:microsoft.com/office/officeart/2018/2/layout/IconLabelDescriptionList"/>
    <dgm:cxn modelId="{F8A0A9B0-8BC4-404C-BFD7-3274962B3554}" type="presParOf" srcId="{2B4FFBD2-5580-4349-BE6D-A5E049E12590}" destId="{FF7D2BEC-3107-4EDF-B475-BE945763DCA9}" srcOrd="0" destOrd="0" presId="urn:microsoft.com/office/officeart/2018/2/layout/IconLabelDescriptionList"/>
    <dgm:cxn modelId="{613076F8-16A4-4A33-AE5B-A23D45FB18B8}" type="presParOf" srcId="{2B4FFBD2-5580-4349-BE6D-A5E049E12590}" destId="{C055A901-2636-4E95-9818-98EDC165EF61}" srcOrd="1" destOrd="0" presId="urn:microsoft.com/office/officeart/2018/2/layout/IconLabelDescriptionList"/>
    <dgm:cxn modelId="{90DE6CB7-0C1A-4449-899A-084BE1AB2E78}" type="presParOf" srcId="{2B4FFBD2-5580-4349-BE6D-A5E049E12590}" destId="{BF109801-DEEA-4508-8DCE-08FDE5D39A53}" srcOrd="2" destOrd="0" presId="urn:microsoft.com/office/officeart/2018/2/layout/IconLabelDescriptionList"/>
    <dgm:cxn modelId="{EF87494D-9DD7-433F-91F5-3C37F7591590}" type="presParOf" srcId="{2B4FFBD2-5580-4349-BE6D-A5E049E12590}" destId="{A0BE04B8-5F0B-44C9-93BB-D8235275EA1B}" srcOrd="3" destOrd="0" presId="urn:microsoft.com/office/officeart/2018/2/layout/IconLabelDescriptionList"/>
    <dgm:cxn modelId="{26DE3FA6-7EC3-49BC-B88B-755D7D2B096D}" type="presParOf" srcId="{2B4FFBD2-5580-4349-BE6D-A5E049E12590}" destId="{B4FDA0E9-5DD1-4EAC-A421-70C1FB7740FA}" srcOrd="4" destOrd="0" presId="urn:microsoft.com/office/officeart/2018/2/layout/IconLabelDescriptionList"/>
    <dgm:cxn modelId="{19614ED9-D310-4C39-86C5-EA48E4D4CA97}" type="presParOf" srcId="{0BFCF1A0-4C6C-4EE3-BF61-6D495102F79C}" destId="{18D843E8-833B-453D-A1A2-B0B97456B5CA}" srcOrd="3" destOrd="0" presId="urn:microsoft.com/office/officeart/2018/2/layout/IconLabelDescriptionList"/>
    <dgm:cxn modelId="{E55B384D-4159-472C-8FEE-FE17DAC9C218}" type="presParOf" srcId="{0BFCF1A0-4C6C-4EE3-BF61-6D495102F79C}" destId="{EDA1A3D3-E36B-4071-A1CE-F12B7AFBB1BC}" srcOrd="4" destOrd="0" presId="urn:microsoft.com/office/officeart/2018/2/layout/IconLabelDescriptionList"/>
    <dgm:cxn modelId="{52A38B59-7AB7-4423-8B26-AEFF90152C17}" type="presParOf" srcId="{EDA1A3D3-E36B-4071-A1CE-F12B7AFBB1BC}" destId="{F3391F5B-E770-4B23-9466-305F44A25195}" srcOrd="0" destOrd="0" presId="urn:microsoft.com/office/officeart/2018/2/layout/IconLabelDescriptionList"/>
    <dgm:cxn modelId="{C995951B-7AC8-44E1-A132-4CF3DE3F6945}" type="presParOf" srcId="{EDA1A3D3-E36B-4071-A1CE-F12B7AFBB1BC}" destId="{EAFD3EAA-E978-4058-AFBE-F880AD75A728}" srcOrd="1" destOrd="0" presId="urn:microsoft.com/office/officeart/2018/2/layout/IconLabelDescriptionList"/>
    <dgm:cxn modelId="{EEAEC825-6C08-44DD-B943-6961CE78B4CD}" type="presParOf" srcId="{EDA1A3D3-E36B-4071-A1CE-F12B7AFBB1BC}" destId="{371DB82E-80B0-4693-9AF7-ED2BE556E706}" srcOrd="2" destOrd="0" presId="urn:microsoft.com/office/officeart/2018/2/layout/IconLabelDescriptionList"/>
    <dgm:cxn modelId="{8643D564-F034-40DB-A5DB-4D6EFDA82DC9}" type="presParOf" srcId="{EDA1A3D3-E36B-4071-A1CE-F12B7AFBB1BC}" destId="{B3A0739D-9E75-4461-9256-B4E5FEEB4125}" srcOrd="3" destOrd="0" presId="urn:microsoft.com/office/officeart/2018/2/layout/IconLabelDescriptionList"/>
    <dgm:cxn modelId="{6F6BF8C7-2BCD-4CBB-81EB-63DF5FA89C7D}" type="presParOf" srcId="{EDA1A3D3-E36B-4071-A1CE-F12B7AFBB1BC}" destId="{39321EDD-C2B3-46D3-8B3A-F90A93F3639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72E60-A87D-49AB-AAB1-82869FDA843C}">
      <dsp:nvSpPr>
        <dsp:cNvPr id="0" name=""/>
        <dsp:cNvSpPr/>
      </dsp:nvSpPr>
      <dsp:spPr>
        <a:xfrm>
          <a:off x="0" y="46153"/>
          <a:ext cx="85344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Stworzenie aplikacji prognozującej ceny złota na podstawie danych historycznych</a:t>
          </a:r>
          <a:endParaRPr lang="en-US" sz="2100" kern="1200"/>
        </a:p>
      </dsp:txBody>
      <dsp:txXfrm>
        <a:off x="40780" y="86933"/>
        <a:ext cx="8452840" cy="753819"/>
      </dsp:txXfrm>
    </dsp:sp>
    <dsp:sp modelId="{879C46BF-778F-460F-828E-B2C564C03BDC}">
      <dsp:nvSpPr>
        <dsp:cNvPr id="0" name=""/>
        <dsp:cNvSpPr/>
      </dsp:nvSpPr>
      <dsp:spPr>
        <a:xfrm>
          <a:off x="0" y="942013"/>
          <a:ext cx="85344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Zastosowanie modelu SARIMA do analizy szerego czasowego</a:t>
          </a:r>
          <a:endParaRPr lang="en-US" sz="2100" kern="1200"/>
        </a:p>
      </dsp:txBody>
      <dsp:txXfrm>
        <a:off x="40780" y="982793"/>
        <a:ext cx="8452840" cy="753819"/>
      </dsp:txXfrm>
    </dsp:sp>
    <dsp:sp modelId="{218F1782-4736-413E-8F72-FF2B97AC87CE}">
      <dsp:nvSpPr>
        <dsp:cNvPr id="0" name=""/>
        <dsp:cNvSpPr/>
      </dsp:nvSpPr>
      <dsp:spPr>
        <a:xfrm>
          <a:off x="0" y="1837873"/>
          <a:ext cx="85344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Udostępnienie prostego interfejsu użytkownika </a:t>
          </a:r>
          <a:endParaRPr lang="en-US" sz="2100" kern="1200"/>
        </a:p>
      </dsp:txBody>
      <dsp:txXfrm>
        <a:off x="40780" y="1878653"/>
        <a:ext cx="8452840" cy="753819"/>
      </dsp:txXfrm>
    </dsp:sp>
    <dsp:sp modelId="{E4938F39-A8EC-4866-B947-B7D9884D6AD7}">
      <dsp:nvSpPr>
        <dsp:cNvPr id="0" name=""/>
        <dsp:cNvSpPr/>
      </dsp:nvSpPr>
      <dsp:spPr>
        <a:xfrm>
          <a:off x="0" y="2733733"/>
          <a:ext cx="85344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Automatyczne pobieranie danych z Yahoo Finance po wybraniu odpowiedniej daty</a:t>
          </a:r>
          <a:endParaRPr lang="en-US" sz="2100" kern="1200"/>
        </a:p>
      </dsp:txBody>
      <dsp:txXfrm>
        <a:off x="40780" y="2774513"/>
        <a:ext cx="8452840" cy="753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E44135-4AC5-4E40-8950-27CAB7121655}">
      <dsp:nvSpPr>
        <dsp:cNvPr id="0" name=""/>
        <dsp:cNvSpPr/>
      </dsp:nvSpPr>
      <dsp:spPr>
        <a:xfrm>
          <a:off x="0" y="0"/>
          <a:ext cx="8331707" cy="6506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1" i="0" kern="1200" baseline="0"/>
            <a:t>Użytkownik</a:t>
          </a:r>
          <a:endParaRPr lang="en-US" sz="1700" b="1" kern="1200" dirty="0"/>
        </a:p>
      </dsp:txBody>
      <dsp:txXfrm>
        <a:off x="19057" y="19057"/>
        <a:ext cx="7553475" cy="612538"/>
      </dsp:txXfrm>
    </dsp:sp>
    <dsp:sp modelId="{C4101594-C990-4550-A30A-4A3CD1088082}">
      <dsp:nvSpPr>
        <dsp:cNvPr id="0" name=""/>
        <dsp:cNvSpPr/>
      </dsp:nvSpPr>
      <dsp:spPr>
        <a:xfrm>
          <a:off x="622172" y="741021"/>
          <a:ext cx="8331707" cy="650652"/>
        </a:xfrm>
        <a:prstGeom prst="roundRect">
          <a:avLst>
            <a:gd name="adj" fmla="val 10000"/>
          </a:avLst>
        </a:prstGeom>
        <a:solidFill>
          <a:schemeClr val="accent2">
            <a:hueOff val="-2188608"/>
            <a:satOff val="-1975"/>
            <a:lumOff val="-44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1" i="0" kern="1200" baseline="0"/>
            <a:t>Streamlit</a:t>
          </a:r>
          <a:r>
            <a:rPr lang="pl-PL" sz="1700" b="0" i="0" kern="1200" baseline="0"/>
            <a:t> – interfejs użytkownika</a:t>
          </a:r>
          <a:endParaRPr lang="en-US" sz="1700" kern="1200" dirty="0"/>
        </a:p>
      </dsp:txBody>
      <dsp:txXfrm>
        <a:off x="641229" y="760078"/>
        <a:ext cx="7248495" cy="612538"/>
      </dsp:txXfrm>
    </dsp:sp>
    <dsp:sp modelId="{078AD4A1-5082-4FF4-A367-211D711D3B37}">
      <dsp:nvSpPr>
        <dsp:cNvPr id="0" name=""/>
        <dsp:cNvSpPr/>
      </dsp:nvSpPr>
      <dsp:spPr>
        <a:xfrm>
          <a:off x="1244345" y="1482042"/>
          <a:ext cx="8331707" cy="650652"/>
        </a:xfrm>
        <a:prstGeom prst="roundRect">
          <a:avLst>
            <a:gd name="adj" fmla="val 10000"/>
          </a:avLst>
        </a:prstGeom>
        <a:solidFill>
          <a:schemeClr val="accent2">
            <a:hueOff val="-4377215"/>
            <a:satOff val="-3950"/>
            <a:lumOff val="-881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1" i="0" kern="1200" baseline="0" dirty="0"/>
            <a:t>Logika aplikacji - </a:t>
          </a:r>
          <a:r>
            <a:rPr lang="pl-PL" sz="1700" b="0" i="0" kern="1200" baseline="0" dirty="0" err="1"/>
            <a:t>python</a:t>
          </a:r>
          <a:r>
            <a:rPr lang="pl-PL" sz="1700" b="0" i="0" kern="1200" baseline="0" dirty="0"/>
            <a:t>, </a:t>
          </a:r>
          <a:r>
            <a:rPr lang="pl-PL" sz="1700" b="0" i="0" kern="1200" baseline="0" dirty="0" err="1"/>
            <a:t>pandas</a:t>
          </a:r>
          <a:r>
            <a:rPr lang="pl-PL" sz="1700" b="0" i="0" kern="1200" baseline="0" dirty="0"/>
            <a:t>/</a:t>
          </a:r>
          <a:r>
            <a:rPr lang="pl-PL" sz="1700" b="0" i="0" kern="1200" baseline="0" dirty="0" err="1"/>
            <a:t>NumPy</a:t>
          </a:r>
          <a:r>
            <a:rPr lang="pl-PL" sz="1700" b="0" i="0" kern="1200" baseline="0"/>
            <a:t>, statsmodels (SARIMA)</a:t>
          </a:r>
          <a:endParaRPr lang="en-US" sz="1700" kern="1200" dirty="0"/>
        </a:p>
      </dsp:txBody>
      <dsp:txXfrm>
        <a:off x="1263402" y="1501099"/>
        <a:ext cx="7248495" cy="612538"/>
      </dsp:txXfrm>
    </dsp:sp>
    <dsp:sp modelId="{BFEC534A-D933-4064-BAFE-D8A47868299A}">
      <dsp:nvSpPr>
        <dsp:cNvPr id="0" name=""/>
        <dsp:cNvSpPr/>
      </dsp:nvSpPr>
      <dsp:spPr>
        <a:xfrm>
          <a:off x="1866518" y="2223063"/>
          <a:ext cx="8331707" cy="650652"/>
        </a:xfrm>
        <a:prstGeom prst="roundRect">
          <a:avLst>
            <a:gd name="adj" fmla="val 10000"/>
          </a:avLst>
        </a:prstGeom>
        <a:solidFill>
          <a:schemeClr val="accent2">
            <a:hueOff val="-6565823"/>
            <a:satOff val="-5925"/>
            <a:lumOff val="-1321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1" i="0" kern="1200" baseline="0" dirty="0"/>
            <a:t>Yahoo Finance </a:t>
          </a:r>
          <a:r>
            <a:rPr lang="pl-PL" sz="1700" b="0" i="0" kern="1200" baseline="0" dirty="0"/>
            <a:t>– źródło danych historycznych</a:t>
          </a:r>
          <a:endParaRPr lang="en-US" sz="1700" kern="1200" dirty="0"/>
        </a:p>
      </dsp:txBody>
      <dsp:txXfrm>
        <a:off x="1885575" y="2242120"/>
        <a:ext cx="7248495" cy="612538"/>
      </dsp:txXfrm>
    </dsp:sp>
    <dsp:sp modelId="{4BDBE959-8CC1-4ED9-B321-2199EF69B6AC}">
      <dsp:nvSpPr>
        <dsp:cNvPr id="0" name=""/>
        <dsp:cNvSpPr/>
      </dsp:nvSpPr>
      <dsp:spPr>
        <a:xfrm>
          <a:off x="2488691" y="2964085"/>
          <a:ext cx="8331707" cy="650652"/>
        </a:xfrm>
        <a:prstGeom prst="roundRect">
          <a:avLst>
            <a:gd name="adj" fmla="val 10000"/>
          </a:avLst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1" kern="1200" dirty="0"/>
            <a:t>Prognoza</a:t>
          </a:r>
          <a:r>
            <a:rPr lang="pl-PL" sz="1700" kern="1200" dirty="0"/>
            <a:t> (obliczenia w SARIMA + wynik)</a:t>
          </a:r>
        </a:p>
      </dsp:txBody>
      <dsp:txXfrm>
        <a:off x="2507748" y="2983142"/>
        <a:ext cx="7248495" cy="612538"/>
      </dsp:txXfrm>
    </dsp:sp>
    <dsp:sp modelId="{9E1D2CF6-EA4B-4FBB-A2FD-7665DF75FBF6}">
      <dsp:nvSpPr>
        <dsp:cNvPr id="0" name=""/>
        <dsp:cNvSpPr/>
      </dsp:nvSpPr>
      <dsp:spPr>
        <a:xfrm>
          <a:off x="7908782" y="475338"/>
          <a:ext cx="422924" cy="422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03940" y="475338"/>
        <a:ext cx="232608" cy="318250"/>
      </dsp:txXfrm>
    </dsp:sp>
    <dsp:sp modelId="{2058E84F-3E23-4C30-B0CA-97F9CF6C824A}">
      <dsp:nvSpPr>
        <dsp:cNvPr id="0" name=""/>
        <dsp:cNvSpPr/>
      </dsp:nvSpPr>
      <dsp:spPr>
        <a:xfrm>
          <a:off x="8530955" y="1216359"/>
          <a:ext cx="422924" cy="422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277816"/>
            <a:satOff val="-1922"/>
            <a:lumOff val="-239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3277816"/>
              <a:satOff val="-1922"/>
              <a:lumOff val="-2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626113" y="1216359"/>
        <a:ext cx="232608" cy="318250"/>
      </dsp:txXfrm>
    </dsp:sp>
    <dsp:sp modelId="{5300ACC0-18F8-401C-BD7A-DEA9E396A1EC}">
      <dsp:nvSpPr>
        <dsp:cNvPr id="0" name=""/>
        <dsp:cNvSpPr/>
      </dsp:nvSpPr>
      <dsp:spPr>
        <a:xfrm>
          <a:off x="9153128" y="1946536"/>
          <a:ext cx="422924" cy="422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6555631"/>
            <a:satOff val="-3844"/>
            <a:lumOff val="-479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6555631"/>
              <a:satOff val="-3844"/>
              <a:lumOff val="-4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248286" y="1946536"/>
        <a:ext cx="232608" cy="318250"/>
      </dsp:txXfrm>
    </dsp:sp>
    <dsp:sp modelId="{9EE33764-7726-4878-948E-6B4B2F43EFAA}">
      <dsp:nvSpPr>
        <dsp:cNvPr id="0" name=""/>
        <dsp:cNvSpPr/>
      </dsp:nvSpPr>
      <dsp:spPr>
        <a:xfrm>
          <a:off x="9775301" y="2694787"/>
          <a:ext cx="422924" cy="422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833447"/>
            <a:satOff val="-5766"/>
            <a:lumOff val="-718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9833447"/>
              <a:satOff val="-5766"/>
              <a:lumOff val="-7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870459" y="2694787"/>
        <a:ext cx="232608" cy="3182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39713-1970-4935-AC1C-CF9E0387D84B}">
      <dsp:nvSpPr>
        <dsp:cNvPr id="0" name=""/>
        <dsp:cNvSpPr/>
      </dsp:nvSpPr>
      <dsp:spPr>
        <a:xfrm>
          <a:off x="0" y="127324"/>
          <a:ext cx="8994718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i="0" kern="1200" baseline="0"/>
            <a:t>Aplikacja służy do </a:t>
          </a:r>
          <a:r>
            <a:rPr lang="pl-PL" sz="2500" b="1" i="0" kern="1200" baseline="0"/>
            <a:t>prognozowania przyszłych cen złota</a:t>
          </a:r>
          <a:r>
            <a:rPr lang="pl-PL" sz="2500" b="0" i="0" kern="1200" baseline="0"/>
            <a:t>.</a:t>
          </a:r>
          <a:endParaRPr lang="en-US" sz="2500" kern="1200"/>
        </a:p>
      </dsp:txBody>
      <dsp:txXfrm>
        <a:off x="29271" y="156595"/>
        <a:ext cx="8936176" cy="541083"/>
      </dsp:txXfrm>
    </dsp:sp>
    <dsp:sp modelId="{D95E2DE0-DD05-4816-A6E0-2E27C9B56195}">
      <dsp:nvSpPr>
        <dsp:cNvPr id="0" name=""/>
        <dsp:cNvSpPr/>
      </dsp:nvSpPr>
      <dsp:spPr>
        <a:xfrm>
          <a:off x="0" y="798949"/>
          <a:ext cx="8994718" cy="599625"/>
        </a:xfrm>
        <a:prstGeom prst="roundRect">
          <a:avLst/>
        </a:prstGeom>
        <a:solidFill>
          <a:schemeClr val="accent2">
            <a:hueOff val="-2918144"/>
            <a:satOff val="-2633"/>
            <a:lumOff val="-58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i="0" kern="1200" baseline="0"/>
            <a:t>Wykorzystuje dane z </a:t>
          </a:r>
          <a:r>
            <a:rPr lang="pl-PL" sz="2500" b="1" i="0" kern="1200" baseline="0"/>
            <a:t>Yahoo Finance</a:t>
          </a:r>
          <a:r>
            <a:rPr lang="pl-PL" sz="2500" b="0" i="0" kern="1200" baseline="0"/>
            <a:t>.</a:t>
          </a:r>
          <a:endParaRPr lang="en-US" sz="2500" kern="1200"/>
        </a:p>
      </dsp:txBody>
      <dsp:txXfrm>
        <a:off x="29271" y="828220"/>
        <a:ext cx="8936176" cy="541083"/>
      </dsp:txXfrm>
    </dsp:sp>
    <dsp:sp modelId="{FE9EE4D7-AB7C-41EA-82B9-65F01496E482}">
      <dsp:nvSpPr>
        <dsp:cNvPr id="0" name=""/>
        <dsp:cNvSpPr/>
      </dsp:nvSpPr>
      <dsp:spPr>
        <a:xfrm>
          <a:off x="0" y="1470574"/>
          <a:ext cx="8994718" cy="599625"/>
        </a:xfrm>
        <a:prstGeom prst="roundRect">
          <a:avLst/>
        </a:prstGeom>
        <a:solidFill>
          <a:schemeClr val="accent2">
            <a:hueOff val="-5836287"/>
            <a:satOff val="-5267"/>
            <a:lumOff val="-117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i="0" kern="1200" baseline="0" dirty="0"/>
            <a:t>Model predykcyjny: </a:t>
          </a:r>
          <a:r>
            <a:rPr lang="pl-PL" sz="2500" b="1" i="0" kern="1200" baseline="0" dirty="0"/>
            <a:t>SARIMA</a:t>
          </a:r>
          <a:r>
            <a:rPr lang="pl-PL" sz="2500" b="0" i="0" kern="1200" baseline="0" dirty="0"/>
            <a:t>.</a:t>
          </a:r>
          <a:endParaRPr lang="en-US" sz="2500" kern="1200" dirty="0"/>
        </a:p>
      </dsp:txBody>
      <dsp:txXfrm>
        <a:off x="29271" y="1499845"/>
        <a:ext cx="8936176" cy="541083"/>
      </dsp:txXfrm>
    </dsp:sp>
    <dsp:sp modelId="{55AC2835-B851-4403-8907-1529A32336B7}">
      <dsp:nvSpPr>
        <dsp:cNvPr id="0" name=""/>
        <dsp:cNvSpPr/>
      </dsp:nvSpPr>
      <dsp:spPr>
        <a:xfrm>
          <a:off x="0" y="2142199"/>
          <a:ext cx="8994718" cy="599625"/>
        </a:xfrm>
        <a:prstGeom prst="roundRect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i="0" kern="1200" baseline="0"/>
            <a:t>Umożliwia wybór zakresu danych i parametrów ceny</a:t>
          </a:r>
          <a:endParaRPr lang="en-US" sz="2500" kern="1200"/>
        </a:p>
      </dsp:txBody>
      <dsp:txXfrm>
        <a:off x="29271" y="2171470"/>
        <a:ext cx="8936176" cy="5410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152EF8-2149-4A6D-AE21-0373B6D6E318}">
      <dsp:nvSpPr>
        <dsp:cNvPr id="0" name=""/>
        <dsp:cNvSpPr/>
      </dsp:nvSpPr>
      <dsp:spPr>
        <a:xfrm>
          <a:off x="3480439" y="606466"/>
          <a:ext cx="4683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8339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02135" y="649691"/>
        <a:ext cx="24946" cy="4989"/>
      </dsp:txXfrm>
    </dsp:sp>
    <dsp:sp modelId="{32ADDEAA-B507-45D4-A1FB-717EB7EEF65F}">
      <dsp:nvSpPr>
        <dsp:cNvPr id="0" name=""/>
        <dsp:cNvSpPr/>
      </dsp:nvSpPr>
      <dsp:spPr>
        <a:xfrm>
          <a:off x="1312935" y="1394"/>
          <a:ext cx="2169303" cy="130158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298" tIns="111578" rIns="106298" bIns="1115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Aplikacja wysyła zapytanie do Yahoo Finance za pomocą API</a:t>
          </a:r>
        </a:p>
      </dsp:txBody>
      <dsp:txXfrm>
        <a:off x="1312935" y="1394"/>
        <a:ext cx="2169303" cy="1301582"/>
      </dsp:txXfrm>
    </dsp:sp>
    <dsp:sp modelId="{6EB4B36D-4426-42B8-80B7-246342824B45}">
      <dsp:nvSpPr>
        <dsp:cNvPr id="0" name=""/>
        <dsp:cNvSpPr/>
      </dsp:nvSpPr>
      <dsp:spPr>
        <a:xfrm>
          <a:off x="6148682" y="606466"/>
          <a:ext cx="4683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8339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70379" y="649691"/>
        <a:ext cx="24946" cy="4989"/>
      </dsp:txXfrm>
    </dsp:sp>
    <dsp:sp modelId="{964BB259-75AC-4FA2-990F-CC51F751E302}">
      <dsp:nvSpPr>
        <dsp:cNvPr id="0" name=""/>
        <dsp:cNvSpPr/>
      </dsp:nvSpPr>
      <dsp:spPr>
        <a:xfrm>
          <a:off x="3981179" y="1394"/>
          <a:ext cx="2169303" cy="130158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298" tIns="111578" rIns="106298" bIns="111578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Wysyłane są wybrane parametry: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Data	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Symbol instrumentu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Częstotliwość danych</a:t>
          </a:r>
        </a:p>
      </dsp:txBody>
      <dsp:txXfrm>
        <a:off x="3981179" y="1394"/>
        <a:ext cx="2169303" cy="1301582"/>
      </dsp:txXfrm>
    </dsp:sp>
    <dsp:sp modelId="{5A2F2BD8-A5B8-4B74-9C3B-3B44B6C9F46F}">
      <dsp:nvSpPr>
        <dsp:cNvPr id="0" name=""/>
        <dsp:cNvSpPr/>
      </dsp:nvSpPr>
      <dsp:spPr>
        <a:xfrm>
          <a:off x="2397587" y="1301177"/>
          <a:ext cx="5336486" cy="468339"/>
        </a:xfrm>
        <a:custGeom>
          <a:avLst/>
          <a:gdLst/>
          <a:ahLst/>
          <a:cxnLst/>
          <a:rect l="0" t="0" r="0" b="0"/>
          <a:pathLst>
            <a:path>
              <a:moveTo>
                <a:pt x="5336486" y="0"/>
              </a:moveTo>
              <a:lnTo>
                <a:pt x="5336486" y="251269"/>
              </a:lnTo>
              <a:lnTo>
                <a:pt x="0" y="251269"/>
              </a:lnTo>
              <a:lnTo>
                <a:pt x="0" y="468339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31836" y="1532852"/>
        <a:ext cx="267988" cy="4989"/>
      </dsp:txXfrm>
    </dsp:sp>
    <dsp:sp modelId="{B6D061CF-E2BA-4737-9040-5C2163359A34}">
      <dsp:nvSpPr>
        <dsp:cNvPr id="0" name=""/>
        <dsp:cNvSpPr/>
      </dsp:nvSpPr>
      <dsp:spPr>
        <a:xfrm>
          <a:off x="6649422" y="1394"/>
          <a:ext cx="2169303" cy="130158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298" tIns="111578" rIns="106298" bIns="1115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Dane zwracane są w formacie JSON</a:t>
          </a:r>
        </a:p>
      </dsp:txBody>
      <dsp:txXfrm>
        <a:off x="6649422" y="1394"/>
        <a:ext cx="2169303" cy="1301582"/>
      </dsp:txXfrm>
    </dsp:sp>
    <dsp:sp modelId="{DBBAFE21-4953-4195-B35A-976F351654BD}">
      <dsp:nvSpPr>
        <dsp:cNvPr id="0" name=""/>
        <dsp:cNvSpPr/>
      </dsp:nvSpPr>
      <dsp:spPr>
        <a:xfrm>
          <a:off x="3480439" y="2406987"/>
          <a:ext cx="4683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8339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02135" y="2450213"/>
        <a:ext cx="24946" cy="4989"/>
      </dsp:txXfrm>
    </dsp:sp>
    <dsp:sp modelId="{58B49A2C-2D73-4402-9038-52D4FDA5EBA5}">
      <dsp:nvSpPr>
        <dsp:cNvPr id="0" name=""/>
        <dsp:cNvSpPr/>
      </dsp:nvSpPr>
      <dsp:spPr>
        <a:xfrm>
          <a:off x="1312935" y="1801916"/>
          <a:ext cx="2169303" cy="130158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298" tIns="111578" rIns="106298" bIns="111578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Aplikacja przetwarza pobrane dane: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Filtruje kolumny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Usuwa braki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Przekształca je na serię czasową</a:t>
          </a:r>
        </a:p>
      </dsp:txBody>
      <dsp:txXfrm>
        <a:off x="1312935" y="1801916"/>
        <a:ext cx="2169303" cy="1301582"/>
      </dsp:txXfrm>
    </dsp:sp>
    <dsp:sp modelId="{9AA5AAD3-41C7-4C09-B86B-100A11FEDEB0}">
      <dsp:nvSpPr>
        <dsp:cNvPr id="0" name=""/>
        <dsp:cNvSpPr/>
      </dsp:nvSpPr>
      <dsp:spPr>
        <a:xfrm>
          <a:off x="3981179" y="1801916"/>
          <a:ext cx="2169303" cy="130158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298" tIns="111578" rIns="106298" bIns="1115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Wyniki trafiają do modelu predykcyjnego SARIMA</a:t>
          </a:r>
        </a:p>
      </dsp:txBody>
      <dsp:txXfrm>
        <a:off x="3981179" y="1801916"/>
        <a:ext cx="2169303" cy="13015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1703E-B8CD-4696-B1A6-022943BDC388}">
      <dsp:nvSpPr>
        <dsp:cNvPr id="0" name=""/>
        <dsp:cNvSpPr/>
      </dsp:nvSpPr>
      <dsp:spPr>
        <a:xfrm rot="5400000">
          <a:off x="6554302" y="-2866227"/>
          <a:ext cx="555706" cy="6430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1" kern="1200" dirty="0"/>
            <a:t>Ile poprzednich wartości pomaga przewidzieć kolejną</a:t>
          </a:r>
          <a:endParaRPr lang="en-US" sz="1500" b="1" kern="1200" dirty="0"/>
        </a:p>
      </dsp:txBody>
      <dsp:txXfrm rot="-5400000">
        <a:off x="3617024" y="98178"/>
        <a:ext cx="6403137" cy="501452"/>
      </dsp:txXfrm>
    </dsp:sp>
    <dsp:sp modelId="{46EB002B-AD2D-4981-8BB8-6F685CD2F605}">
      <dsp:nvSpPr>
        <dsp:cNvPr id="0" name=""/>
        <dsp:cNvSpPr/>
      </dsp:nvSpPr>
      <dsp:spPr>
        <a:xfrm>
          <a:off x="0" y="1588"/>
          <a:ext cx="3617023" cy="694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p – rząd autoregresji </a:t>
          </a:r>
          <a:endParaRPr lang="en-US" sz="1900" kern="1200"/>
        </a:p>
      </dsp:txBody>
      <dsp:txXfrm>
        <a:off x="33909" y="35497"/>
        <a:ext cx="3549205" cy="626814"/>
      </dsp:txXfrm>
    </dsp:sp>
    <dsp:sp modelId="{E6B51C91-BD3C-4CDE-9F62-3BD700CD1BAE}">
      <dsp:nvSpPr>
        <dsp:cNvPr id="0" name=""/>
        <dsp:cNvSpPr/>
      </dsp:nvSpPr>
      <dsp:spPr>
        <a:xfrm rot="5400000">
          <a:off x="6554302" y="-2136862"/>
          <a:ext cx="555706" cy="6430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1" kern="1200" dirty="0"/>
            <a:t>Usuwa trend aby seria była stabilniejsza</a:t>
          </a:r>
          <a:endParaRPr lang="en-US" sz="1500" b="1" kern="1200" dirty="0"/>
        </a:p>
      </dsp:txBody>
      <dsp:txXfrm rot="-5400000">
        <a:off x="3617024" y="827543"/>
        <a:ext cx="6403137" cy="501452"/>
      </dsp:txXfrm>
    </dsp:sp>
    <dsp:sp modelId="{13E792F4-86D2-4B2B-908A-C925005DA521}">
      <dsp:nvSpPr>
        <dsp:cNvPr id="0" name=""/>
        <dsp:cNvSpPr/>
      </dsp:nvSpPr>
      <dsp:spPr>
        <a:xfrm>
          <a:off x="0" y="730952"/>
          <a:ext cx="3617023" cy="694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d – liczba zróżnicowań (usuwanie trendu)</a:t>
          </a:r>
          <a:endParaRPr lang="en-US" sz="1900" kern="1200"/>
        </a:p>
      </dsp:txBody>
      <dsp:txXfrm>
        <a:off x="33909" y="764861"/>
        <a:ext cx="3549205" cy="626814"/>
      </dsp:txXfrm>
    </dsp:sp>
    <dsp:sp modelId="{645AAD3B-FADB-46BA-A2FD-B51CC5DA7558}">
      <dsp:nvSpPr>
        <dsp:cNvPr id="0" name=""/>
        <dsp:cNvSpPr/>
      </dsp:nvSpPr>
      <dsp:spPr>
        <a:xfrm rot="5400000">
          <a:off x="6554302" y="-1407498"/>
          <a:ext cx="555706" cy="6430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1" kern="1200" dirty="0"/>
            <a:t>Modeluje wpływ losowych zakłóceń (szumów)</a:t>
          </a:r>
          <a:endParaRPr lang="en-US" sz="1500" b="1" kern="1200" dirty="0"/>
        </a:p>
      </dsp:txBody>
      <dsp:txXfrm rot="-5400000">
        <a:off x="3617024" y="1556907"/>
        <a:ext cx="6403137" cy="501452"/>
      </dsp:txXfrm>
    </dsp:sp>
    <dsp:sp modelId="{94713004-B1DD-4004-AA68-14F094ABDD41}">
      <dsp:nvSpPr>
        <dsp:cNvPr id="0" name=""/>
        <dsp:cNvSpPr/>
      </dsp:nvSpPr>
      <dsp:spPr>
        <a:xfrm>
          <a:off x="0" y="1460317"/>
          <a:ext cx="3617023" cy="694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q – rząd średniej ruchomej </a:t>
          </a:r>
          <a:endParaRPr lang="en-US" sz="1900" kern="1200"/>
        </a:p>
      </dsp:txBody>
      <dsp:txXfrm>
        <a:off x="33909" y="1494226"/>
        <a:ext cx="3549205" cy="626814"/>
      </dsp:txXfrm>
    </dsp:sp>
    <dsp:sp modelId="{D205A47B-DADB-47AC-9F68-47E655EC30FF}">
      <dsp:nvSpPr>
        <dsp:cNvPr id="0" name=""/>
        <dsp:cNvSpPr/>
      </dsp:nvSpPr>
      <dsp:spPr>
        <a:xfrm rot="5400000">
          <a:off x="6554302" y="-678134"/>
          <a:ext cx="555706" cy="6430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1" kern="1200" dirty="0"/>
            <a:t>Tak samo jak dla </a:t>
          </a:r>
          <a:r>
            <a:rPr lang="pl-PL" sz="1500" b="1" kern="1200" dirty="0" err="1"/>
            <a:t>p,d,q</a:t>
          </a:r>
          <a:r>
            <a:rPr lang="pl-PL" sz="1500" b="1" kern="1200" dirty="0"/>
            <a:t>, ale dla sezonowości (np. cykl roczny)</a:t>
          </a:r>
          <a:endParaRPr lang="en-US" sz="1500" b="1" kern="1200" dirty="0"/>
        </a:p>
      </dsp:txBody>
      <dsp:txXfrm rot="-5400000">
        <a:off x="3617024" y="2286271"/>
        <a:ext cx="6403137" cy="501452"/>
      </dsp:txXfrm>
    </dsp:sp>
    <dsp:sp modelId="{BB86B7C5-F5DC-422A-96DA-2FC405B31C11}">
      <dsp:nvSpPr>
        <dsp:cNvPr id="0" name=""/>
        <dsp:cNvSpPr/>
      </dsp:nvSpPr>
      <dsp:spPr>
        <a:xfrm>
          <a:off x="0" y="2189681"/>
          <a:ext cx="3617023" cy="694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P,D,Q – część sezonowa</a:t>
          </a:r>
          <a:endParaRPr lang="en-US" sz="1900" kern="1200"/>
        </a:p>
      </dsp:txBody>
      <dsp:txXfrm>
        <a:off x="33909" y="2223590"/>
        <a:ext cx="3549205" cy="626814"/>
      </dsp:txXfrm>
    </dsp:sp>
    <dsp:sp modelId="{12DDC1FB-7078-4692-B856-30498B3204D2}">
      <dsp:nvSpPr>
        <dsp:cNvPr id="0" name=""/>
        <dsp:cNvSpPr/>
      </dsp:nvSpPr>
      <dsp:spPr>
        <a:xfrm rot="5400000">
          <a:off x="6554302" y="51229"/>
          <a:ext cx="555706" cy="6430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1" kern="1200" dirty="0"/>
            <a:t>np. 12 miesięcy dla danych miesięcznych, 52 tygodnie dla danych tygodniowych</a:t>
          </a:r>
          <a:endParaRPr lang="en-US" sz="1500" b="1" kern="1200" dirty="0"/>
        </a:p>
      </dsp:txBody>
      <dsp:txXfrm rot="-5400000">
        <a:off x="3617024" y="3015635"/>
        <a:ext cx="6403137" cy="501452"/>
      </dsp:txXfrm>
    </dsp:sp>
    <dsp:sp modelId="{E9999520-EE34-4A1B-9F1F-570BC7EE3037}">
      <dsp:nvSpPr>
        <dsp:cNvPr id="0" name=""/>
        <dsp:cNvSpPr/>
      </dsp:nvSpPr>
      <dsp:spPr>
        <a:xfrm>
          <a:off x="0" y="2919045"/>
          <a:ext cx="3617023" cy="694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s – długość sezonu </a:t>
          </a:r>
          <a:endParaRPr lang="en-US" sz="1900" kern="1200"/>
        </a:p>
      </dsp:txBody>
      <dsp:txXfrm>
        <a:off x="33909" y="2952954"/>
        <a:ext cx="3549205" cy="6268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E4D8DE-6616-4193-9970-04F7946881AA}">
      <dsp:nvSpPr>
        <dsp:cNvPr id="0" name=""/>
        <dsp:cNvSpPr/>
      </dsp:nvSpPr>
      <dsp:spPr>
        <a:xfrm>
          <a:off x="3504882" y="4413127"/>
          <a:ext cx="471214" cy="5065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5607" y="0"/>
              </a:lnTo>
              <a:lnTo>
                <a:pt x="235607" y="506555"/>
              </a:lnTo>
              <a:lnTo>
                <a:pt x="471214" y="506555"/>
              </a:lnTo>
            </a:path>
          </a:pathLst>
        </a:custGeom>
        <a:noFill/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81F274-059E-4960-A6C1-B17C3815F0F4}">
      <dsp:nvSpPr>
        <dsp:cNvPr id="0" name=""/>
        <dsp:cNvSpPr/>
      </dsp:nvSpPr>
      <dsp:spPr>
        <a:xfrm>
          <a:off x="3504882" y="3906572"/>
          <a:ext cx="471214" cy="506555"/>
        </a:xfrm>
        <a:custGeom>
          <a:avLst/>
          <a:gdLst/>
          <a:ahLst/>
          <a:cxnLst/>
          <a:rect l="0" t="0" r="0" b="0"/>
          <a:pathLst>
            <a:path>
              <a:moveTo>
                <a:pt x="0" y="506555"/>
              </a:moveTo>
              <a:lnTo>
                <a:pt x="235607" y="506555"/>
              </a:lnTo>
              <a:lnTo>
                <a:pt x="235607" y="0"/>
              </a:lnTo>
              <a:lnTo>
                <a:pt x="471214" y="0"/>
              </a:lnTo>
            </a:path>
          </a:pathLst>
        </a:custGeom>
        <a:noFill/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78CAC3-9564-4102-B4E8-2EDCC00F4A05}">
      <dsp:nvSpPr>
        <dsp:cNvPr id="0" name=""/>
        <dsp:cNvSpPr/>
      </dsp:nvSpPr>
      <dsp:spPr>
        <a:xfrm>
          <a:off x="1148812" y="1386"/>
          <a:ext cx="2356070" cy="7186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Jest to model prognostyczny użyty do projektu</a:t>
          </a:r>
          <a:endParaRPr lang="en-US" sz="1200" kern="1200"/>
        </a:p>
      </dsp:txBody>
      <dsp:txXfrm>
        <a:off x="1148812" y="1386"/>
        <a:ext cx="2356070" cy="718601"/>
      </dsp:txXfrm>
    </dsp:sp>
    <dsp:sp modelId="{49503501-1688-4C5F-938E-46BED84B2AE9}">
      <dsp:nvSpPr>
        <dsp:cNvPr id="0" name=""/>
        <dsp:cNvSpPr/>
      </dsp:nvSpPr>
      <dsp:spPr>
        <a:xfrm>
          <a:off x="1148812" y="1014496"/>
          <a:ext cx="2356070" cy="7186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Rozszerzona wersja modelu ARIMA</a:t>
          </a:r>
          <a:endParaRPr lang="en-US" sz="1200" kern="1200"/>
        </a:p>
      </dsp:txBody>
      <dsp:txXfrm>
        <a:off x="1148812" y="1014496"/>
        <a:ext cx="2356070" cy="718601"/>
      </dsp:txXfrm>
    </dsp:sp>
    <dsp:sp modelId="{D9A540EA-FC77-4B06-83E8-88D741209DA4}">
      <dsp:nvSpPr>
        <dsp:cNvPr id="0" name=""/>
        <dsp:cNvSpPr/>
      </dsp:nvSpPr>
      <dsp:spPr>
        <a:xfrm>
          <a:off x="1148812" y="2027606"/>
          <a:ext cx="2356070" cy="7186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Dobry do danych finansowych o charakterze czasowym</a:t>
          </a:r>
          <a:endParaRPr lang="en-US" sz="1200" kern="1200"/>
        </a:p>
      </dsp:txBody>
      <dsp:txXfrm>
        <a:off x="1148812" y="2027606"/>
        <a:ext cx="2356070" cy="718601"/>
      </dsp:txXfrm>
    </dsp:sp>
    <dsp:sp modelId="{DF9B63BD-6591-4333-880E-7D523321634F}">
      <dsp:nvSpPr>
        <dsp:cNvPr id="0" name=""/>
        <dsp:cNvSpPr/>
      </dsp:nvSpPr>
      <dsp:spPr>
        <a:xfrm>
          <a:off x="1148812" y="3040716"/>
          <a:ext cx="2356070" cy="7186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Daje prognozy o wysokiej jakości przy niewielkich wymaganiach obliczeniowych</a:t>
          </a:r>
          <a:endParaRPr lang="en-US" sz="1200" kern="1200" dirty="0"/>
        </a:p>
      </dsp:txBody>
      <dsp:txXfrm>
        <a:off x="1148812" y="3040716"/>
        <a:ext cx="2356070" cy="718601"/>
      </dsp:txXfrm>
    </dsp:sp>
    <dsp:sp modelId="{FDF178B4-9EEA-472D-915A-2BCFF70FB490}">
      <dsp:nvSpPr>
        <dsp:cNvPr id="0" name=""/>
        <dsp:cNvSpPr/>
      </dsp:nvSpPr>
      <dsp:spPr>
        <a:xfrm>
          <a:off x="1148812" y="4053826"/>
          <a:ext cx="2356070" cy="7186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SARIMA był najlepszym wyborem, ponieważ: </a:t>
          </a:r>
          <a:endParaRPr lang="en-US" sz="1200" kern="1200" dirty="0"/>
        </a:p>
      </dsp:txBody>
      <dsp:txXfrm>
        <a:off x="1148812" y="4053826"/>
        <a:ext cx="2356070" cy="718601"/>
      </dsp:txXfrm>
    </dsp:sp>
    <dsp:sp modelId="{3F015158-371F-44A3-A825-9FB1D29FA12C}">
      <dsp:nvSpPr>
        <dsp:cNvPr id="0" name=""/>
        <dsp:cNvSpPr/>
      </dsp:nvSpPr>
      <dsp:spPr>
        <a:xfrm>
          <a:off x="3976096" y="3547271"/>
          <a:ext cx="2356070" cy="7186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Radzi sobie z trendem</a:t>
          </a:r>
          <a:endParaRPr lang="en-US" sz="1200" kern="1200"/>
        </a:p>
      </dsp:txBody>
      <dsp:txXfrm>
        <a:off x="3976096" y="3547271"/>
        <a:ext cx="2356070" cy="718601"/>
      </dsp:txXfrm>
    </dsp:sp>
    <dsp:sp modelId="{31BC2DD0-2E0D-42F2-9DD1-C78EFB1D0E43}">
      <dsp:nvSpPr>
        <dsp:cNvPr id="0" name=""/>
        <dsp:cNvSpPr/>
      </dsp:nvSpPr>
      <dsp:spPr>
        <a:xfrm>
          <a:off x="3976096" y="4560381"/>
          <a:ext cx="2356070" cy="7186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Radzi sobie z sezonowością</a:t>
          </a:r>
          <a:endParaRPr lang="en-US" sz="1200" kern="1200"/>
        </a:p>
      </dsp:txBody>
      <dsp:txXfrm>
        <a:off x="3976096" y="4560381"/>
        <a:ext cx="2356070" cy="7186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77705-F50A-4F32-9711-1753A866A9D1}">
      <dsp:nvSpPr>
        <dsp:cNvPr id="0" name=""/>
        <dsp:cNvSpPr/>
      </dsp:nvSpPr>
      <dsp:spPr>
        <a:xfrm>
          <a:off x="5492" y="1013007"/>
          <a:ext cx="1872953" cy="936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Umożliwia modelowanie trendu i sezonowości</a:t>
          </a:r>
          <a:endParaRPr lang="en-US" sz="1400" kern="1200" dirty="0"/>
        </a:p>
      </dsp:txBody>
      <dsp:txXfrm>
        <a:off x="32920" y="1040435"/>
        <a:ext cx="1818097" cy="881620"/>
      </dsp:txXfrm>
    </dsp:sp>
    <dsp:sp modelId="{B3D37C5A-C546-4E54-AAB2-D36CC6CE4501}">
      <dsp:nvSpPr>
        <dsp:cNvPr id="0" name=""/>
        <dsp:cNvSpPr/>
      </dsp:nvSpPr>
      <dsp:spPr>
        <a:xfrm>
          <a:off x="192787" y="1949484"/>
          <a:ext cx="187295" cy="702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2357"/>
              </a:lnTo>
              <a:lnTo>
                <a:pt x="187295" y="70235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FE4551-6405-4C93-A561-7D0DA23A6ACA}">
      <dsp:nvSpPr>
        <dsp:cNvPr id="0" name=""/>
        <dsp:cNvSpPr/>
      </dsp:nvSpPr>
      <dsp:spPr>
        <a:xfrm>
          <a:off x="380083" y="2183603"/>
          <a:ext cx="1498363" cy="936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dane finansowe często mają </a:t>
          </a:r>
          <a:r>
            <a:rPr lang="pl-PL" sz="1200" kern="1200"/>
            <a:t>trend i </a:t>
          </a:r>
          <a:r>
            <a:rPr lang="pl-PL" sz="1200" kern="1200" dirty="0"/>
            <a:t>sezonowość</a:t>
          </a:r>
          <a:endParaRPr lang="en-US" sz="1200" kern="1200" dirty="0"/>
        </a:p>
      </dsp:txBody>
      <dsp:txXfrm>
        <a:off x="407511" y="2211031"/>
        <a:ext cx="1443507" cy="881620"/>
      </dsp:txXfrm>
    </dsp:sp>
    <dsp:sp modelId="{69B0934F-3490-4BA8-8D18-1B3CB1355056}">
      <dsp:nvSpPr>
        <dsp:cNvPr id="0" name=""/>
        <dsp:cNvSpPr/>
      </dsp:nvSpPr>
      <dsp:spPr>
        <a:xfrm>
          <a:off x="2346684" y="1013007"/>
          <a:ext cx="1872953" cy="936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Dobrze radzi sobie z szumem rynkowym</a:t>
          </a:r>
          <a:endParaRPr lang="en-US" sz="1400" kern="1200" dirty="0"/>
        </a:p>
      </dsp:txBody>
      <dsp:txXfrm>
        <a:off x="2374112" y="1040435"/>
        <a:ext cx="1818097" cy="881620"/>
      </dsp:txXfrm>
    </dsp:sp>
    <dsp:sp modelId="{94D58F97-F964-47C4-B45F-FEA57A5A467D}">
      <dsp:nvSpPr>
        <dsp:cNvPr id="0" name=""/>
        <dsp:cNvSpPr/>
      </dsp:nvSpPr>
      <dsp:spPr>
        <a:xfrm>
          <a:off x="2533980" y="1949484"/>
          <a:ext cx="187295" cy="702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2357"/>
              </a:lnTo>
              <a:lnTo>
                <a:pt x="187295" y="70235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814380-01EE-4871-881B-12285A756F11}">
      <dsp:nvSpPr>
        <dsp:cNvPr id="0" name=""/>
        <dsp:cNvSpPr/>
      </dsp:nvSpPr>
      <dsp:spPr>
        <a:xfrm>
          <a:off x="2721275" y="2183603"/>
          <a:ext cx="1498363" cy="936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Pokazuje to dokładniejsze prognozy</a:t>
          </a:r>
          <a:endParaRPr lang="en-US" sz="1200" kern="1200" dirty="0"/>
        </a:p>
      </dsp:txBody>
      <dsp:txXfrm>
        <a:off x="2748703" y="2211031"/>
        <a:ext cx="1443507" cy="881620"/>
      </dsp:txXfrm>
    </dsp:sp>
    <dsp:sp modelId="{86903C1B-432C-40DA-A643-2432D7ADE19D}">
      <dsp:nvSpPr>
        <dsp:cNvPr id="0" name=""/>
        <dsp:cNvSpPr/>
      </dsp:nvSpPr>
      <dsp:spPr>
        <a:xfrm>
          <a:off x="4687877" y="1013007"/>
          <a:ext cx="1872953" cy="936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Stabilna i sprawdzona metoda w ekonomii</a:t>
          </a:r>
          <a:endParaRPr lang="en-US" sz="1400" kern="1200" dirty="0"/>
        </a:p>
      </dsp:txBody>
      <dsp:txXfrm>
        <a:off x="4715305" y="1040435"/>
        <a:ext cx="1818097" cy="881620"/>
      </dsp:txXfrm>
    </dsp:sp>
    <dsp:sp modelId="{38D1B342-43BF-4857-89D9-CBF6AD3D839F}">
      <dsp:nvSpPr>
        <dsp:cNvPr id="0" name=""/>
        <dsp:cNvSpPr/>
      </dsp:nvSpPr>
      <dsp:spPr>
        <a:xfrm>
          <a:off x="4875172" y="1949484"/>
          <a:ext cx="187295" cy="702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2357"/>
              </a:lnTo>
              <a:lnTo>
                <a:pt x="187295" y="70235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D16F5B-76FF-473F-8322-2698E9FD66C7}">
      <dsp:nvSpPr>
        <dsp:cNvPr id="0" name=""/>
        <dsp:cNvSpPr/>
      </dsp:nvSpPr>
      <dsp:spPr>
        <a:xfrm>
          <a:off x="5062467" y="2183603"/>
          <a:ext cx="1498363" cy="936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Pokazuje dobre przewidywania prognozy</a:t>
          </a:r>
          <a:endParaRPr lang="en-US" sz="1200" kern="1200" dirty="0"/>
        </a:p>
      </dsp:txBody>
      <dsp:txXfrm>
        <a:off x="5089895" y="2211031"/>
        <a:ext cx="1443507" cy="881620"/>
      </dsp:txXfrm>
    </dsp:sp>
    <dsp:sp modelId="{49D1EB51-FB56-4B96-83AC-8D61BA5AF21A}">
      <dsp:nvSpPr>
        <dsp:cNvPr id="0" name=""/>
        <dsp:cNvSpPr/>
      </dsp:nvSpPr>
      <dsp:spPr>
        <a:xfrm>
          <a:off x="7029069" y="1013007"/>
          <a:ext cx="1872953" cy="936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Nie wymaga dużej mocy obliczeniowej</a:t>
          </a:r>
          <a:endParaRPr lang="en-US" sz="1400" kern="1200" dirty="0"/>
        </a:p>
      </dsp:txBody>
      <dsp:txXfrm>
        <a:off x="7056497" y="1040435"/>
        <a:ext cx="1818097" cy="881620"/>
      </dsp:txXfrm>
    </dsp:sp>
    <dsp:sp modelId="{FC29EE3C-B897-43A3-8A25-8855557CEB49}">
      <dsp:nvSpPr>
        <dsp:cNvPr id="0" name=""/>
        <dsp:cNvSpPr/>
      </dsp:nvSpPr>
      <dsp:spPr>
        <a:xfrm>
          <a:off x="7216364" y="1949484"/>
          <a:ext cx="187295" cy="702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2357"/>
              </a:lnTo>
              <a:lnTo>
                <a:pt x="187295" y="70235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593F7D-8203-477E-8D02-406946E9CDF7}">
      <dsp:nvSpPr>
        <dsp:cNvPr id="0" name=""/>
        <dsp:cNvSpPr/>
      </dsp:nvSpPr>
      <dsp:spPr>
        <a:xfrm>
          <a:off x="7403660" y="2183603"/>
          <a:ext cx="1498363" cy="936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stosunkowo szybki do trenowania</a:t>
          </a:r>
          <a:endParaRPr lang="en-US" sz="1200" kern="1200" dirty="0"/>
        </a:p>
      </dsp:txBody>
      <dsp:txXfrm>
        <a:off x="7431088" y="2211031"/>
        <a:ext cx="1443507" cy="881620"/>
      </dsp:txXfrm>
    </dsp:sp>
    <dsp:sp modelId="{34C1197B-3060-4BDF-941F-E35F66F29E81}">
      <dsp:nvSpPr>
        <dsp:cNvPr id="0" name=""/>
        <dsp:cNvSpPr/>
      </dsp:nvSpPr>
      <dsp:spPr>
        <a:xfrm>
          <a:off x="9370261" y="1013007"/>
          <a:ext cx="1872953" cy="936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Skuteczna w krótkoterminowych prognozach</a:t>
          </a:r>
          <a:endParaRPr lang="en-US" sz="1400" kern="1200" dirty="0"/>
        </a:p>
      </dsp:txBody>
      <dsp:txXfrm>
        <a:off x="9397689" y="1040435"/>
        <a:ext cx="1818097" cy="881620"/>
      </dsp:txXfrm>
    </dsp:sp>
    <dsp:sp modelId="{091D2F2B-5AB7-4E6C-A176-1ACE19B11CF3}">
      <dsp:nvSpPr>
        <dsp:cNvPr id="0" name=""/>
        <dsp:cNvSpPr/>
      </dsp:nvSpPr>
      <dsp:spPr>
        <a:xfrm>
          <a:off x="9557557" y="1949484"/>
          <a:ext cx="187295" cy="702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2357"/>
              </a:lnTo>
              <a:lnTo>
                <a:pt x="187295" y="70235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6C0DCC-2E61-4D02-8260-FF6CDE2B931D}">
      <dsp:nvSpPr>
        <dsp:cNvPr id="0" name=""/>
        <dsp:cNvSpPr/>
      </dsp:nvSpPr>
      <dsp:spPr>
        <a:xfrm>
          <a:off x="9744852" y="2183603"/>
          <a:ext cx="1498363" cy="936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Najlepiej sprawdza się przy przewidywaniu najbliższych wartości cen</a:t>
          </a:r>
          <a:endParaRPr lang="en-US" sz="1200" kern="1200" dirty="0"/>
        </a:p>
      </dsp:txBody>
      <dsp:txXfrm>
        <a:off x="9772280" y="2211031"/>
        <a:ext cx="1443507" cy="8816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D4927-4ACE-486F-8094-1CB107F6961F}">
      <dsp:nvSpPr>
        <dsp:cNvPr id="0" name=""/>
        <dsp:cNvSpPr/>
      </dsp:nvSpPr>
      <dsp:spPr>
        <a:xfrm>
          <a:off x="0" y="3155"/>
          <a:ext cx="8534400" cy="6780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Umożliwia modelowanie trendu i sezonowości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	dane finansowe często mają trend + sezonowość</a:t>
          </a:r>
          <a:endParaRPr lang="en-US" sz="1400" kern="1200" dirty="0"/>
        </a:p>
      </dsp:txBody>
      <dsp:txXfrm>
        <a:off x="33098" y="36253"/>
        <a:ext cx="8468204" cy="611818"/>
      </dsp:txXfrm>
    </dsp:sp>
    <dsp:sp modelId="{7B688440-0E2E-49F8-9792-8D41A3C4F278}">
      <dsp:nvSpPr>
        <dsp:cNvPr id="0" name=""/>
        <dsp:cNvSpPr/>
      </dsp:nvSpPr>
      <dsp:spPr>
        <a:xfrm>
          <a:off x="0" y="735890"/>
          <a:ext cx="8534400" cy="6780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Dobrze radzi sobie z szumem rynkowym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	Pokazuje to dokładniejsze prognozy</a:t>
          </a:r>
          <a:endParaRPr lang="en-US" sz="1400" kern="1200" dirty="0"/>
        </a:p>
      </dsp:txBody>
      <dsp:txXfrm>
        <a:off x="33098" y="768988"/>
        <a:ext cx="8468204" cy="611818"/>
      </dsp:txXfrm>
    </dsp:sp>
    <dsp:sp modelId="{DC206BC2-2393-44A7-AC06-271BB411EA14}">
      <dsp:nvSpPr>
        <dsp:cNvPr id="0" name=""/>
        <dsp:cNvSpPr/>
      </dsp:nvSpPr>
      <dsp:spPr>
        <a:xfrm>
          <a:off x="0" y="1468626"/>
          <a:ext cx="8534400" cy="6780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Stabilna i sprawdzona metoda w ekonomii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	Pokazuje dobre przewidywania prognozy</a:t>
          </a:r>
          <a:endParaRPr lang="en-US" sz="1400" kern="1200" dirty="0"/>
        </a:p>
      </dsp:txBody>
      <dsp:txXfrm>
        <a:off x="33098" y="1501724"/>
        <a:ext cx="8468204" cy="611818"/>
      </dsp:txXfrm>
    </dsp:sp>
    <dsp:sp modelId="{57B2E1C2-A02B-4D56-88FC-252326AD5790}">
      <dsp:nvSpPr>
        <dsp:cNvPr id="0" name=""/>
        <dsp:cNvSpPr/>
      </dsp:nvSpPr>
      <dsp:spPr>
        <a:xfrm>
          <a:off x="0" y="2201361"/>
          <a:ext cx="8534400" cy="6780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Nie wymaga dużej mocy obliczeniowej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	stosunkowo szybki do trenowania</a:t>
          </a:r>
          <a:endParaRPr lang="en-US" sz="1400" kern="1200" dirty="0"/>
        </a:p>
      </dsp:txBody>
      <dsp:txXfrm>
        <a:off x="33098" y="2234459"/>
        <a:ext cx="8468204" cy="611818"/>
      </dsp:txXfrm>
    </dsp:sp>
    <dsp:sp modelId="{47450A88-85F1-40BA-9BFA-1B75725B5D02}">
      <dsp:nvSpPr>
        <dsp:cNvPr id="0" name=""/>
        <dsp:cNvSpPr/>
      </dsp:nvSpPr>
      <dsp:spPr>
        <a:xfrm>
          <a:off x="0" y="2934096"/>
          <a:ext cx="8534400" cy="6780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Skuteczna w krótkoterminowych prognozach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dirty="0"/>
            <a:t>	Najlepiej sprawdza się przy przewidywaniu najbliższych wartości cen</a:t>
          </a:r>
          <a:endParaRPr lang="en-US" sz="1400" kern="1200" dirty="0"/>
        </a:p>
      </dsp:txBody>
      <dsp:txXfrm>
        <a:off x="33098" y="2967194"/>
        <a:ext cx="8468204" cy="61181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C55B4-1AE8-43D9-9597-C8D433A560F0}">
      <dsp:nvSpPr>
        <dsp:cNvPr id="0" name=""/>
        <dsp:cNvSpPr/>
      </dsp:nvSpPr>
      <dsp:spPr>
        <a:xfrm>
          <a:off x="2789964" y="774459"/>
          <a:ext cx="596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680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72683" y="817042"/>
        <a:ext cx="31370" cy="6274"/>
      </dsp:txXfrm>
    </dsp:sp>
    <dsp:sp modelId="{D45F627D-4C9B-4D87-B12E-8B67652BB577}">
      <dsp:nvSpPr>
        <dsp:cNvPr id="0" name=""/>
        <dsp:cNvSpPr/>
      </dsp:nvSpPr>
      <dsp:spPr>
        <a:xfrm>
          <a:off x="63899" y="1820"/>
          <a:ext cx="2727865" cy="16367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68" tIns="140308" rIns="133668" bIns="14030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1. Użytkownik wybiera daty, jednostkę i źródło ceny</a:t>
          </a:r>
          <a:endParaRPr lang="en-US" sz="1600" kern="1200"/>
        </a:p>
      </dsp:txBody>
      <dsp:txXfrm>
        <a:off x="63899" y="1820"/>
        <a:ext cx="2727865" cy="1636719"/>
      </dsp:txXfrm>
    </dsp:sp>
    <dsp:sp modelId="{04C2807E-66D2-4BAB-A075-CF1633B3285A}">
      <dsp:nvSpPr>
        <dsp:cNvPr id="0" name=""/>
        <dsp:cNvSpPr/>
      </dsp:nvSpPr>
      <dsp:spPr>
        <a:xfrm>
          <a:off x="6145238" y="774459"/>
          <a:ext cx="596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680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27957" y="817042"/>
        <a:ext cx="31370" cy="6274"/>
      </dsp:txXfrm>
    </dsp:sp>
    <dsp:sp modelId="{08EB221D-067B-4584-B07D-39CF186BD6A6}">
      <dsp:nvSpPr>
        <dsp:cNvPr id="0" name=""/>
        <dsp:cNvSpPr/>
      </dsp:nvSpPr>
      <dsp:spPr>
        <a:xfrm>
          <a:off x="3419173" y="1820"/>
          <a:ext cx="2727865" cy="16367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68" tIns="140308" rIns="133668" bIns="14030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2. Aplikacja pobiera dane z Yahoo Finance po kliknięciu „Prognozuj”</a:t>
          </a:r>
          <a:endParaRPr lang="en-US" sz="1600" kern="1200"/>
        </a:p>
      </dsp:txBody>
      <dsp:txXfrm>
        <a:off x="3419173" y="1820"/>
        <a:ext cx="2727865" cy="1636719"/>
      </dsp:txXfrm>
    </dsp:sp>
    <dsp:sp modelId="{74EFC549-1B61-443B-B056-8E76A0EB48E2}">
      <dsp:nvSpPr>
        <dsp:cNvPr id="0" name=""/>
        <dsp:cNvSpPr/>
      </dsp:nvSpPr>
      <dsp:spPr>
        <a:xfrm>
          <a:off x="1427831" y="1636739"/>
          <a:ext cx="6710548" cy="596808"/>
        </a:xfrm>
        <a:custGeom>
          <a:avLst/>
          <a:gdLst/>
          <a:ahLst/>
          <a:cxnLst/>
          <a:rect l="0" t="0" r="0" b="0"/>
          <a:pathLst>
            <a:path>
              <a:moveTo>
                <a:pt x="6710548" y="0"/>
              </a:moveTo>
              <a:lnTo>
                <a:pt x="6710548" y="315504"/>
              </a:lnTo>
              <a:lnTo>
                <a:pt x="0" y="315504"/>
              </a:lnTo>
              <a:lnTo>
                <a:pt x="0" y="596808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14610" y="1932006"/>
        <a:ext cx="336990" cy="6274"/>
      </dsp:txXfrm>
    </dsp:sp>
    <dsp:sp modelId="{31721CBA-FE9D-4DDE-BF4B-97968AC0FFA5}">
      <dsp:nvSpPr>
        <dsp:cNvPr id="0" name=""/>
        <dsp:cNvSpPr/>
      </dsp:nvSpPr>
      <dsp:spPr>
        <a:xfrm>
          <a:off x="6774447" y="1820"/>
          <a:ext cx="2727865" cy="16367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68" tIns="140308" rIns="133668" bIns="14030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3. Dane są czyszczone i przekształcane do formy szeregu czasowego</a:t>
          </a:r>
          <a:endParaRPr lang="en-US" sz="1600" kern="1200"/>
        </a:p>
      </dsp:txBody>
      <dsp:txXfrm>
        <a:off x="6774447" y="1820"/>
        <a:ext cx="2727865" cy="1636719"/>
      </dsp:txXfrm>
    </dsp:sp>
    <dsp:sp modelId="{8EA7A22F-5095-4B82-A3FE-FE02D2BF3C86}">
      <dsp:nvSpPr>
        <dsp:cNvPr id="0" name=""/>
        <dsp:cNvSpPr/>
      </dsp:nvSpPr>
      <dsp:spPr>
        <a:xfrm>
          <a:off x="2789964" y="3038588"/>
          <a:ext cx="596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680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72683" y="3081170"/>
        <a:ext cx="31370" cy="6274"/>
      </dsp:txXfrm>
    </dsp:sp>
    <dsp:sp modelId="{A0E9DB22-DA39-4286-8D63-266D426D9CEE}">
      <dsp:nvSpPr>
        <dsp:cNvPr id="0" name=""/>
        <dsp:cNvSpPr/>
      </dsp:nvSpPr>
      <dsp:spPr>
        <a:xfrm>
          <a:off x="63899" y="2265948"/>
          <a:ext cx="2727865" cy="16367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68" tIns="140308" rIns="133668" bIns="14030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4. Po pobraniu danych następuje trenowanie modelu SARIMA</a:t>
          </a:r>
          <a:endParaRPr lang="en-US" sz="1600" kern="1200"/>
        </a:p>
      </dsp:txBody>
      <dsp:txXfrm>
        <a:off x="63899" y="2265948"/>
        <a:ext cx="2727865" cy="1636719"/>
      </dsp:txXfrm>
    </dsp:sp>
    <dsp:sp modelId="{DA1D7D18-15C5-44E4-9924-D32380ED3694}">
      <dsp:nvSpPr>
        <dsp:cNvPr id="0" name=""/>
        <dsp:cNvSpPr/>
      </dsp:nvSpPr>
      <dsp:spPr>
        <a:xfrm>
          <a:off x="6145238" y="3038588"/>
          <a:ext cx="596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680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27957" y="3081170"/>
        <a:ext cx="31370" cy="6274"/>
      </dsp:txXfrm>
    </dsp:sp>
    <dsp:sp modelId="{BA91D8A0-FC66-4DD4-9441-F2F6A3F447FA}">
      <dsp:nvSpPr>
        <dsp:cNvPr id="0" name=""/>
        <dsp:cNvSpPr/>
      </dsp:nvSpPr>
      <dsp:spPr>
        <a:xfrm>
          <a:off x="3419173" y="2265948"/>
          <a:ext cx="2727865" cy="16367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68" tIns="140308" rIns="133668" bIns="140308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5. Wyniki prognozy obejmują: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200" kern="1200"/>
            <a:t>Wartość średnią prognozy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200" kern="1200"/>
            <a:t>Zakres niepewności (przedział ufności)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200" kern="1200"/>
            <a:t>Wykres historyczny + prognoza</a:t>
          </a:r>
          <a:endParaRPr lang="en-US" sz="1200" kern="1200"/>
        </a:p>
      </dsp:txBody>
      <dsp:txXfrm>
        <a:off x="3419173" y="2265948"/>
        <a:ext cx="2727865" cy="1636719"/>
      </dsp:txXfrm>
    </dsp:sp>
    <dsp:sp modelId="{FDE0AFD8-8593-497B-901C-A0A3827B1524}">
      <dsp:nvSpPr>
        <dsp:cNvPr id="0" name=""/>
        <dsp:cNvSpPr/>
      </dsp:nvSpPr>
      <dsp:spPr>
        <a:xfrm>
          <a:off x="6774447" y="2265948"/>
          <a:ext cx="2727865" cy="16367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68" tIns="140308" rIns="133668" bIns="14030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6. Wynik prognozy jest wyświetlany w panelu wynikowym</a:t>
          </a:r>
          <a:endParaRPr lang="en-US" sz="1600" kern="1200"/>
        </a:p>
      </dsp:txBody>
      <dsp:txXfrm>
        <a:off x="6774447" y="2265948"/>
        <a:ext cx="2727865" cy="163671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CE273-8963-4A8E-A724-57DF7FBCE1AE}">
      <dsp:nvSpPr>
        <dsp:cNvPr id="0" name=""/>
        <dsp:cNvSpPr/>
      </dsp:nvSpPr>
      <dsp:spPr>
        <a:xfrm>
          <a:off x="9677" y="55244"/>
          <a:ext cx="1128467" cy="1128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1EC62-9614-46E3-83E4-7E62E5CA2668}">
      <dsp:nvSpPr>
        <dsp:cNvPr id="0" name=""/>
        <dsp:cNvSpPr/>
      </dsp:nvSpPr>
      <dsp:spPr>
        <a:xfrm>
          <a:off x="9677" y="1334394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800" kern="1200"/>
            <a:t>Co robi aplikacja</a:t>
          </a:r>
          <a:endParaRPr lang="en-US" sz="1800" kern="1200"/>
        </a:p>
      </dsp:txBody>
      <dsp:txXfrm>
        <a:off x="9677" y="1334394"/>
        <a:ext cx="3224192" cy="483628"/>
      </dsp:txXfrm>
    </dsp:sp>
    <dsp:sp modelId="{D0021F7E-EA2E-422C-8F67-631D56246C4E}">
      <dsp:nvSpPr>
        <dsp:cNvPr id="0" name=""/>
        <dsp:cNvSpPr/>
      </dsp:nvSpPr>
      <dsp:spPr>
        <a:xfrm>
          <a:off x="9677" y="1888108"/>
          <a:ext cx="3224192" cy="167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Pobiera dane finansowe z Yahoo Finance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Oczyszcza je i przekształca na szeregi czasowe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Generuje prognozę cen złota przy użyciu modelu SARIMA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Prezentuje wynik w czytelnej formie (wykres + wartości liczbowe) </a:t>
          </a:r>
          <a:endParaRPr lang="en-US" sz="1300" kern="1200"/>
        </a:p>
      </dsp:txBody>
      <dsp:txXfrm>
        <a:off x="9677" y="1888108"/>
        <a:ext cx="3224192" cy="1671384"/>
      </dsp:txXfrm>
    </dsp:sp>
    <dsp:sp modelId="{FF7D2BEC-3107-4EDF-B475-BE945763DCA9}">
      <dsp:nvSpPr>
        <dsp:cNvPr id="0" name=""/>
        <dsp:cNvSpPr/>
      </dsp:nvSpPr>
      <dsp:spPr>
        <a:xfrm>
          <a:off x="3798103" y="55244"/>
          <a:ext cx="1128467" cy="1128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09801-DEEA-4508-8DCE-08FDE5D39A53}">
      <dsp:nvSpPr>
        <dsp:cNvPr id="0" name=""/>
        <dsp:cNvSpPr/>
      </dsp:nvSpPr>
      <dsp:spPr>
        <a:xfrm>
          <a:off x="3798103" y="1334394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800" kern="1200"/>
            <a:t>Jakie narzędzia wykorzystuje</a:t>
          </a:r>
          <a:endParaRPr lang="en-US" sz="1800" kern="1200"/>
        </a:p>
      </dsp:txBody>
      <dsp:txXfrm>
        <a:off x="3798103" y="1334394"/>
        <a:ext cx="3224192" cy="483628"/>
      </dsp:txXfrm>
    </dsp:sp>
    <dsp:sp modelId="{B4FDA0E9-5DD1-4EAC-A421-70C1FB7740FA}">
      <dsp:nvSpPr>
        <dsp:cNvPr id="0" name=""/>
        <dsp:cNvSpPr/>
      </dsp:nvSpPr>
      <dsp:spPr>
        <a:xfrm>
          <a:off x="3798103" y="1888108"/>
          <a:ext cx="3224192" cy="167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 err="1"/>
            <a:t>Python</a:t>
          </a:r>
          <a:r>
            <a:rPr lang="pl-PL" sz="1300" kern="1200" dirty="0"/>
            <a:t> – logika aplikacji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 err="1"/>
            <a:t>Pandas</a:t>
          </a:r>
          <a:r>
            <a:rPr lang="pl-PL" sz="1300" kern="1200" dirty="0"/>
            <a:t> / </a:t>
          </a:r>
          <a:r>
            <a:rPr lang="pl-PL" sz="1300" kern="1200" dirty="0" err="1"/>
            <a:t>NumPy</a:t>
          </a:r>
          <a:r>
            <a:rPr lang="pl-PL" sz="1300" kern="1200" dirty="0"/>
            <a:t> – przetwarzanie danych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 err="1"/>
            <a:t>Statsmodels</a:t>
          </a:r>
          <a:r>
            <a:rPr lang="pl-PL" sz="1300" kern="1200" dirty="0"/>
            <a:t> (SARIMA) – modelowanie i prognoza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 err="1"/>
            <a:t>Matplotlib</a:t>
          </a:r>
          <a:r>
            <a:rPr lang="pl-PL" sz="1300" kern="1200" dirty="0"/>
            <a:t> – wizualizacja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 err="1"/>
            <a:t>Streamlit</a:t>
          </a:r>
          <a:r>
            <a:rPr lang="pl-PL" sz="1300" kern="1200" dirty="0"/>
            <a:t> – interfejs </a:t>
          </a:r>
          <a:r>
            <a:rPr lang="pl-PL" sz="1300" kern="1200" dirty="0" err="1"/>
            <a:t>uzytkownika</a:t>
          </a:r>
          <a:endParaRPr lang="en-US" sz="1300" kern="1200" dirty="0"/>
        </a:p>
      </dsp:txBody>
      <dsp:txXfrm>
        <a:off x="3798103" y="1888108"/>
        <a:ext cx="3224192" cy="1671384"/>
      </dsp:txXfrm>
    </dsp:sp>
    <dsp:sp modelId="{F3391F5B-E770-4B23-9466-305F44A25195}">
      <dsp:nvSpPr>
        <dsp:cNvPr id="0" name=""/>
        <dsp:cNvSpPr/>
      </dsp:nvSpPr>
      <dsp:spPr>
        <a:xfrm>
          <a:off x="7586529" y="55244"/>
          <a:ext cx="1128467" cy="11284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DB82E-80B0-4693-9AF7-ED2BE556E706}">
      <dsp:nvSpPr>
        <dsp:cNvPr id="0" name=""/>
        <dsp:cNvSpPr/>
      </dsp:nvSpPr>
      <dsp:spPr>
        <a:xfrm>
          <a:off x="7586529" y="1334394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800" kern="1200"/>
            <a:t>Główne ograniczenia</a:t>
          </a:r>
          <a:endParaRPr lang="en-US" sz="1800" kern="1200"/>
        </a:p>
      </dsp:txBody>
      <dsp:txXfrm>
        <a:off x="7586529" y="1334394"/>
        <a:ext cx="3224192" cy="483628"/>
      </dsp:txXfrm>
    </dsp:sp>
    <dsp:sp modelId="{39321EDD-C2B3-46D3-8B3A-F90A93F36390}">
      <dsp:nvSpPr>
        <dsp:cNvPr id="0" name=""/>
        <dsp:cNvSpPr/>
      </dsp:nvSpPr>
      <dsp:spPr>
        <a:xfrm>
          <a:off x="7586529" y="1888108"/>
          <a:ext cx="3224192" cy="167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Prognoza opiera się na danych historycznych (brak gwarancji trafności)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Dane z Yahoo Finance mogą być opóźnione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Model SARIMA nie uwzględnia czynników makroekonomicznych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Aplikacja wymaga stałego dostępu do Internetu</a:t>
          </a:r>
        </a:p>
      </dsp:txBody>
      <dsp:txXfrm>
        <a:off x="7586529" y="1888108"/>
        <a:ext cx="3224192" cy="1671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DD1DD-AAEB-45F8-A0C1-66E77DC8D95E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C1BA7-D2D5-43C4-B760-D4BD846ECBD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452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C1BA7-D2D5-43C4-B760-D4BD846ECBDE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81425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66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3815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6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830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714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585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308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606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1660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90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9085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477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7874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8901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252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5515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716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A933AEB-80EE-4DAE-B537-F79D8659BEC1}" type="datetimeFigureOut">
              <a:rPr lang="pl-PL" smtClean="0"/>
              <a:t>14.12.2025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4476CFE-B630-49D3-BBFB-3789D1FEB09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6912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A61C73-C614-4510-2513-400904562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Aplikacja do prognozowania cen złota względem dolara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B9D0146-DA22-842E-287B-911F27EADF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Sławomir Kobyłko </a:t>
            </a:r>
          </a:p>
          <a:p>
            <a:r>
              <a:rPr lang="pl-PL" dirty="0"/>
              <a:t>Wojciech Czarnecki  </a:t>
            </a:r>
          </a:p>
          <a:p>
            <a:r>
              <a:rPr lang="pl-PL" dirty="0"/>
              <a:t>Miłosz Furman</a:t>
            </a:r>
          </a:p>
        </p:txBody>
      </p:sp>
    </p:spTree>
    <p:extLst>
      <p:ext uri="{BB962C8B-B14F-4D97-AF65-F5344CB8AC3E}">
        <p14:creationId xmlns:p14="http://schemas.microsoft.com/office/powerpoint/2010/main" val="3513895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E683C-ADB0-F0DA-351B-19DD2D511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gradFill>
            <a:gsLst>
              <a:gs pos="10000">
                <a:schemeClr val="bg1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bg1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avel resting on block">
            <a:extLst>
              <a:ext uri="{FF2B5EF4-FFF2-40B4-BE49-F238E27FC236}">
                <a16:creationId xmlns:a16="http://schemas.microsoft.com/office/drawing/2014/main" id="{1A75171B-70C6-5A09-17DB-DA71A6199E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" b="1497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0B4EFB5A-0A84-2CCA-E184-95A91EFB8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351434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900" b="1" dirty="0">
                <a:solidFill>
                  <a:srgbClr val="FF0000"/>
                </a:solidFill>
              </a:rPr>
              <a:t>Klauzula informacyjna / </a:t>
            </a:r>
            <a:r>
              <a:rPr lang="pl-PL" sz="1900" b="1" dirty="0" err="1">
                <a:solidFill>
                  <a:srgbClr val="FF0000"/>
                </a:solidFill>
              </a:rPr>
              <a:t>Disclaimer</a:t>
            </a:r>
            <a:br>
              <a:rPr lang="pl-PL" sz="1900" b="1" dirty="0">
                <a:solidFill>
                  <a:srgbClr val="FF0000"/>
                </a:solidFill>
              </a:rPr>
            </a:br>
            <a:r>
              <a:rPr lang="pl-PL" sz="1900" dirty="0"/>
              <a:t>Prezentowana aplikacja ma charakter wyłącznie edukacyjny i demonstracyjny.</a:t>
            </a:r>
            <a:br>
              <a:rPr lang="pl-PL" sz="1900" dirty="0"/>
            </a:br>
            <a:br>
              <a:rPr lang="pl-PL" sz="1900" dirty="0"/>
            </a:br>
            <a:r>
              <a:rPr lang="pl-PL" sz="1900" dirty="0"/>
              <a:t>Prognozy cen złota generowane przez model nie stanowią rekomendacji inwestycyjnych, finansowych ani </a:t>
            </a:r>
            <a:r>
              <a:rPr lang="pl-PL" sz="1900"/>
              <a:t>ekonomicznych.</a:t>
            </a:r>
            <a:br>
              <a:rPr lang="pl-PL" sz="1900"/>
            </a:br>
            <a:br>
              <a:rPr lang="pl-PL" sz="1900" dirty="0"/>
            </a:br>
            <a:r>
              <a:rPr lang="pl-PL" sz="1900" dirty="0"/>
              <a:t>Autorzy nie ponoszą odpowiedzialności za decyzje podjęte na podstawie wyników aplikacji.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5029C-64B9-41D0-9540-75846D4B0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8170" y="9144"/>
            <a:ext cx="6080656" cy="6163733"/>
            <a:chOff x="6108170" y="8467"/>
            <a:chExt cx="6080656" cy="616373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F6B07A-A0CD-4593-B501-E1D50968C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C2E537-D046-43E9-B78A-8D770E4C0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F1ED42C-32AB-4AA5-B9D5-2ADF552B0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B69715-83DD-4F53-8564-D95D5D23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5BC2EBE-B4C1-42F9-9914-0F430C060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994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5EA7BB-B6FB-D6DC-07E6-600E8162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aplikacji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76EED65B-9EAC-5789-486B-B927C9714B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4212" y="685800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7629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9">
            <a:extLst>
              <a:ext uri="{FF2B5EF4-FFF2-40B4-BE49-F238E27FC236}">
                <a16:creationId xmlns:a16="http://schemas.microsoft.com/office/drawing/2014/main" id="{9ACA6826-032C-4799-B079-15DB2A6C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4037F9-5BF2-012B-3661-6AC99DDF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pl-PL" b="1" dirty="0"/>
              <a:t>Agenda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C4D83F-68DF-AF81-6DE0-6D7A9FC54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7201259" cy="361526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endParaRPr lang="pl-PL" b="1" dirty="0">
              <a:solidFill>
                <a:schemeClr val="bg1"/>
              </a:solidFill>
            </a:endParaRPr>
          </a:p>
          <a:p>
            <a:pPr marL="514350" indent="-514350">
              <a:lnSpc>
                <a:spcPct val="90000"/>
              </a:lnSpc>
              <a:buFont typeface="Wingdings 3" panose="05040102010807070707" pitchFamily="18" charset="2"/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Fragmenty Kodu</a:t>
            </a:r>
          </a:p>
          <a:p>
            <a:pPr marL="514350" indent="-514350">
              <a:lnSpc>
                <a:spcPct val="90000"/>
              </a:lnSpc>
              <a:buFont typeface="Wingdings 3" panose="05040102010807070707" pitchFamily="18" charset="2"/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Chat GPT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Aplikacja do prognozowania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API – Yahoo Finance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SARIMA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Komunikacja aplikacji z API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Generowanie prognozy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Interfejs użytkownika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Technologia użyta w projekcie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pl-PL" b="1" dirty="0">
                <a:solidFill>
                  <a:schemeClr val="bg1"/>
                </a:solidFill>
              </a:rPr>
              <a:t>Podsumowanie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C628B89C-D068-9908-E5D0-54D07426C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9504" y="1054101"/>
            <a:ext cx="3185108" cy="3185108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1" name="Group 11">
            <a:extLst>
              <a:ext uri="{FF2B5EF4-FFF2-40B4-BE49-F238E27FC236}">
                <a16:creationId xmlns:a16="http://schemas.microsoft.com/office/drawing/2014/main" id="{DD58A807-BD0E-4B1D-A523-2F20E7FE2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82FD88-0436-4D5C-B5A2-7B9019194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3">
              <a:extLst>
                <a:ext uri="{FF2B5EF4-FFF2-40B4-BE49-F238E27FC236}">
                  <a16:creationId xmlns:a16="http://schemas.microsoft.com/office/drawing/2014/main" id="{E2706DBD-9DBD-49D6-80EB-C896096D2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51C7442-3F0F-49E3-9389-D6B4BAE14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614368-43A5-4794-BA71-09F8585F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6">
              <a:extLst>
                <a:ext uri="{FF2B5EF4-FFF2-40B4-BE49-F238E27FC236}">
                  <a16:creationId xmlns:a16="http://schemas.microsoft.com/office/drawing/2014/main" id="{3F42B96B-0C70-40CB-A027-175F2A16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3541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D7C84-2CA1-EE8D-4B5B-FA56F2741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24E3FA3-D7F4-3FE4-7B09-DDF7D57D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b="1" dirty="0" err="1">
                <a:solidFill>
                  <a:srgbClr val="FFFFFF"/>
                </a:solidFill>
              </a:rPr>
              <a:t>Kod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aplikacji</a:t>
            </a:r>
            <a:br>
              <a:rPr lang="pl-PL" sz="2400" b="1" dirty="0">
                <a:solidFill>
                  <a:srgbClr val="FFFFFF"/>
                </a:solidFill>
              </a:rPr>
            </a:br>
            <a:r>
              <a:rPr lang="pl-PL" sz="2400" b="1" dirty="0">
                <a:solidFill>
                  <a:srgbClr val="FFFFFF"/>
                </a:solidFill>
              </a:rPr>
              <a:t>Fragment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 useBgFill="1">
        <p:nvSpPr>
          <p:cNvPr id="67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A870F1B3-34DE-6331-71E7-22795A656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4" r="-2" b="-2"/>
          <a:stretch>
            <a:fillRect/>
          </a:stretch>
        </p:blipFill>
        <p:spPr>
          <a:xfrm>
            <a:off x="1013920" y="940907"/>
            <a:ext cx="5907990" cy="4688320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794F82A0-0646-01DF-85D2-B7B2ACCE3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4116746" cy="3581655"/>
          </a:xfrm>
        </p:spPr>
        <p:txBody>
          <a:bodyPr anchor="t">
            <a:normAutofit lnSpcReduction="10000"/>
          </a:bodyPr>
          <a:lstStyle/>
          <a:p>
            <a:r>
              <a:rPr lang="pl-PL" sz="1400" b="1" dirty="0">
                <a:solidFill>
                  <a:schemeClr val="tx1"/>
                </a:solidFill>
              </a:rPr>
              <a:t>Ten kod przygotowuje środowisko do prognozowania ceny złota z wykorzystaniem modelu SARIMA.</a:t>
            </a:r>
          </a:p>
          <a:p>
            <a:r>
              <a:rPr lang="pl-PL" sz="1400" b="1" dirty="0">
                <a:solidFill>
                  <a:schemeClr val="tx1"/>
                </a:solidFill>
              </a:rPr>
              <a:t>Na początku rozwiązuje problem certyfikatów SSL (m.in. dla </a:t>
            </a:r>
            <a:r>
              <a:rPr lang="pl-PL" sz="1400" b="1" dirty="0" err="1">
                <a:solidFill>
                  <a:schemeClr val="tx1"/>
                </a:solidFill>
              </a:rPr>
              <a:t>yfinance</a:t>
            </a:r>
            <a:r>
              <a:rPr lang="pl-PL" sz="1400" b="1" dirty="0">
                <a:solidFill>
                  <a:schemeClr val="tx1"/>
                </a:solidFill>
              </a:rPr>
              <a:t> i </a:t>
            </a:r>
            <a:r>
              <a:rPr lang="pl-PL" sz="1400" b="1" dirty="0" err="1">
                <a:solidFill>
                  <a:schemeClr val="tx1"/>
                </a:solidFill>
              </a:rPr>
              <a:t>requests</a:t>
            </a:r>
            <a:r>
              <a:rPr lang="pl-PL" sz="1400" b="1" dirty="0">
                <a:solidFill>
                  <a:schemeClr val="tx1"/>
                </a:solidFill>
              </a:rPr>
              <a:t>), kopiując plik </a:t>
            </a:r>
            <a:r>
              <a:rPr lang="pl-PL" sz="1400" b="1" dirty="0" err="1">
                <a:solidFill>
                  <a:schemeClr val="tx1"/>
                </a:solidFill>
              </a:rPr>
              <a:t>cacert.pem</a:t>
            </a:r>
            <a:r>
              <a:rPr lang="pl-PL" sz="1400" b="1" dirty="0">
                <a:solidFill>
                  <a:schemeClr val="tx1"/>
                </a:solidFill>
              </a:rPr>
              <a:t> i ustawiając odpowiednie zmienne środowiskowe.</a:t>
            </a:r>
          </a:p>
          <a:p>
            <a:r>
              <a:rPr lang="pl-PL" sz="1400" b="1" dirty="0">
                <a:solidFill>
                  <a:schemeClr val="tx1"/>
                </a:solidFill>
              </a:rPr>
              <a:t>Następnie importuje biblioteki do analizy danych, modelowania szeregów czasowych, wizualizacji oraz tworzenia aplikacji </a:t>
            </a:r>
            <a:r>
              <a:rPr lang="pl-PL" sz="1400" b="1" dirty="0" err="1">
                <a:solidFill>
                  <a:schemeClr val="tx1"/>
                </a:solidFill>
              </a:rPr>
              <a:t>Streamlit</a:t>
            </a:r>
            <a:r>
              <a:rPr lang="pl-PL" sz="1400" b="1" dirty="0">
                <a:solidFill>
                  <a:schemeClr val="tx1"/>
                </a:solidFill>
              </a:rPr>
              <a:t>.</a:t>
            </a:r>
          </a:p>
          <a:p>
            <a:r>
              <a:rPr lang="pl-PL" sz="1400" b="1" dirty="0">
                <a:solidFill>
                  <a:schemeClr val="tx1"/>
                </a:solidFill>
              </a:rPr>
              <a:t>Na końcu konfiguruje stronę aplikacji </a:t>
            </a:r>
            <a:r>
              <a:rPr lang="pl-PL" sz="1400" b="1" dirty="0" err="1">
                <a:solidFill>
                  <a:schemeClr val="tx1"/>
                </a:solidFill>
              </a:rPr>
              <a:t>Streamlit</a:t>
            </a:r>
            <a:r>
              <a:rPr lang="pl-PL" sz="1400" b="1" dirty="0">
                <a:solidFill>
                  <a:schemeClr val="tx1"/>
                </a:solidFill>
              </a:rPr>
              <a:t>, która będzie służyć do prezentacji prognozy.</a:t>
            </a:r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049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241B5-D704-6D44-46D5-BD9348BD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64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1E76883-BE52-42AD-99ED-4C726D5C6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b="1" dirty="0" err="1">
                <a:solidFill>
                  <a:srgbClr val="FFFFFF"/>
                </a:solidFill>
              </a:rPr>
              <a:t>Kod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aplikacji</a:t>
            </a:r>
            <a:br>
              <a:rPr lang="pl-PL" sz="2400" b="1" dirty="0">
                <a:solidFill>
                  <a:srgbClr val="FFFFFF"/>
                </a:solidFill>
              </a:rPr>
            </a:br>
            <a:r>
              <a:rPr lang="pl-PL" sz="2400" b="1" dirty="0">
                <a:solidFill>
                  <a:srgbClr val="FFFFFF"/>
                </a:solidFill>
              </a:rPr>
              <a:t>Fragment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 useBgFill="1">
        <p:nvSpPr>
          <p:cNvPr id="77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08C7015-17DB-4D66-A105-7E4D682D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80" y="1201479"/>
            <a:ext cx="6481759" cy="4164530"/>
          </a:xfrm>
          <a:prstGeom prst="rect">
            <a:avLst/>
          </a:prstGeom>
        </p:spPr>
      </p:pic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209BE8AB-E3DE-E7D4-2B02-44B95C80C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3928210" cy="2922591"/>
          </a:xfrm>
        </p:spPr>
        <p:txBody>
          <a:bodyPr anchor="t">
            <a:normAutofit/>
          </a:bodyPr>
          <a:lstStyle/>
          <a:p>
            <a:r>
              <a:rPr lang="pl-PL" sz="1400" b="1" dirty="0">
                <a:solidFill>
                  <a:schemeClr val="tx1"/>
                </a:solidFill>
              </a:rPr>
              <a:t>Ten fragment kodu odpowiada za wygląd aplikacji </a:t>
            </a:r>
            <a:r>
              <a:rPr lang="pl-PL" sz="1400" b="1" dirty="0" err="1">
                <a:solidFill>
                  <a:schemeClr val="tx1"/>
                </a:solidFill>
              </a:rPr>
              <a:t>Streamlit</a:t>
            </a:r>
            <a:r>
              <a:rPr lang="pl-PL" sz="1400" b="1" dirty="0">
                <a:solidFill>
                  <a:schemeClr val="tx1"/>
                </a:solidFill>
              </a:rPr>
              <a:t>.</a:t>
            </a:r>
          </a:p>
          <a:p>
            <a:r>
              <a:rPr lang="pl-PL" sz="1400" b="1" dirty="0">
                <a:solidFill>
                  <a:schemeClr val="tx1"/>
                </a:solidFill>
              </a:rPr>
              <a:t>Za pomocą wstrzykniętego CSS-a zmienia tło na gradient, kolory nagłówków, przycisków, pól wyboru, metryk i rozwijanych sekcji, nadając aplikacji </a:t>
            </a:r>
            <a:r>
              <a:rPr lang="pl-PL" sz="1400" b="1" dirty="0" err="1">
                <a:solidFill>
                  <a:schemeClr val="tx1"/>
                </a:solidFill>
              </a:rPr>
              <a:t>tło„dark</a:t>
            </a:r>
            <a:r>
              <a:rPr lang="pl-PL" sz="1400" b="1" dirty="0">
                <a:solidFill>
                  <a:schemeClr val="tx1"/>
                </a:solidFill>
              </a:rPr>
              <a:t> </a:t>
            </a:r>
            <a:r>
              <a:rPr lang="pl-PL" sz="1400" b="1" dirty="0" err="1">
                <a:solidFill>
                  <a:schemeClr val="tx1"/>
                </a:solidFill>
              </a:rPr>
              <a:t>theme</a:t>
            </a:r>
            <a:r>
              <a:rPr lang="pl-PL" sz="1400" b="1" dirty="0">
                <a:solidFill>
                  <a:schemeClr val="tx1"/>
                </a:solidFill>
              </a:rPr>
              <a:t>”.</a:t>
            </a:r>
          </a:p>
          <a:p>
            <a:r>
              <a:rPr lang="pl-PL" sz="1400" b="1" dirty="0">
                <a:solidFill>
                  <a:schemeClr val="tx1"/>
                </a:solidFill>
              </a:rPr>
              <a:t>Ustawia styl wykresów </a:t>
            </a:r>
            <a:r>
              <a:rPr lang="pl-PL" sz="1400" b="1" dirty="0" err="1">
                <a:solidFill>
                  <a:schemeClr val="tx1"/>
                </a:solidFill>
              </a:rPr>
              <a:t>Matplotlib</a:t>
            </a:r>
            <a:r>
              <a:rPr lang="pl-PL" sz="1400" b="1" dirty="0">
                <a:solidFill>
                  <a:schemeClr val="tx1"/>
                </a:solidFill>
              </a:rPr>
              <a:t> na ciemny oraz definiuje tytuł aplikacji i podpis źródła danych (Yahoo Finance, model SARIMA).</a:t>
            </a: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78" name="Group 68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0750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92BB6-858F-10A0-2661-8970EB86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041C00-681A-524C-60C2-A92A4A70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b="1" dirty="0" err="1">
                <a:solidFill>
                  <a:srgbClr val="FFFFFF"/>
                </a:solidFill>
              </a:rPr>
              <a:t>Kod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aplikacji</a:t>
            </a:r>
            <a:br>
              <a:rPr lang="pl-PL" sz="2400" b="1" dirty="0">
                <a:solidFill>
                  <a:srgbClr val="FFFFFF"/>
                </a:solidFill>
              </a:rPr>
            </a:br>
            <a:r>
              <a:rPr lang="pl-PL" sz="2400" b="1" dirty="0">
                <a:solidFill>
                  <a:srgbClr val="FFFFFF"/>
                </a:solidFill>
              </a:rPr>
              <a:t>Fragment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 useBgFill="1">
        <p:nvSpPr>
          <p:cNvPr id="85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6F666AE-8662-A05E-09C2-5C7914392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3" y="1189308"/>
            <a:ext cx="6419694" cy="3977586"/>
          </a:xfrm>
          <a:prstGeom prst="rect">
            <a:avLst/>
          </a:prstGeom>
        </p:spPr>
      </p:pic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07968F5A-EFF6-A492-DC27-E926A58C2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 lnSpcReduction="10000"/>
          </a:bodyPr>
          <a:lstStyle/>
          <a:p>
            <a:r>
              <a:rPr lang="pl-PL" sz="1400" b="1" dirty="0">
                <a:solidFill>
                  <a:schemeClr val="tx1"/>
                </a:solidFill>
              </a:rPr>
              <a:t>Ten fragment kodu tworzy interfejs użytkownika do sterowania prognozą w aplikacji </a:t>
            </a:r>
            <a:r>
              <a:rPr lang="pl-PL" sz="1400" b="1" dirty="0" err="1">
                <a:solidFill>
                  <a:schemeClr val="tx1"/>
                </a:solidFill>
              </a:rPr>
              <a:t>Streamlit</a:t>
            </a:r>
            <a:r>
              <a:rPr lang="pl-PL" sz="1400" b="1" dirty="0">
                <a:solidFill>
                  <a:schemeClr val="tx1"/>
                </a:solidFill>
              </a:rPr>
              <a:t>.</a:t>
            </a:r>
          </a:p>
          <a:p>
            <a:r>
              <a:rPr lang="pl-PL" sz="1400" b="1" dirty="0">
                <a:solidFill>
                  <a:schemeClr val="tx1"/>
                </a:solidFill>
              </a:rPr>
              <a:t>Użytkownik wybiera datę prognozy, zakres danych historycznych, źródło ceny złota (kurs rynkowy lub ETF GLD) oraz jednostkę ceny.</a:t>
            </a:r>
          </a:p>
          <a:p>
            <a:r>
              <a:rPr lang="pl-PL" sz="1400" b="1" dirty="0">
                <a:solidFill>
                  <a:schemeClr val="tx1"/>
                </a:solidFill>
              </a:rPr>
              <a:t>Na końcu znajduje się przycisk „Prognozuj”, który uruchamia proces pobrania danych i obliczenia prognozy modelem SARIMA.</a:t>
            </a: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1784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91EA10-1B89-1A34-A9FF-A11B79D5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Dlaczego czat </a:t>
            </a:r>
            <a:r>
              <a:rPr lang="pl-PL" dirty="0" err="1"/>
              <a:t>gpt</a:t>
            </a:r>
            <a:r>
              <a:rPr lang="pl-PL" dirty="0"/>
              <a:t> ?</a:t>
            </a:r>
          </a:p>
        </p:txBody>
      </p:sp>
      <p:pic>
        <p:nvPicPr>
          <p:cNvPr id="16" name="Symbol zastępczy zawartości 15" descr="Obraz zawierający symbol, Grafika, logo, Czcionka&#10;&#10;Zawartość wygenerowana przez AI może być niepoprawna.">
            <a:extLst>
              <a:ext uri="{FF2B5EF4-FFF2-40B4-BE49-F238E27FC236}">
                <a16:creationId xmlns:a16="http://schemas.microsoft.com/office/drawing/2014/main" id="{67E7D0CF-5981-A425-215B-C5ED2743A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936" y="863601"/>
            <a:ext cx="1685925" cy="16859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7" name="pole tekstowe 16">
            <a:extLst>
              <a:ext uri="{FF2B5EF4-FFF2-40B4-BE49-F238E27FC236}">
                <a16:creationId xmlns:a16="http://schemas.microsoft.com/office/drawing/2014/main" id="{4966AFA7-2610-63CD-A9C7-8460607CE9C6}"/>
              </a:ext>
            </a:extLst>
          </p:cNvPr>
          <p:cNvSpPr txBox="1"/>
          <p:nvPr/>
        </p:nvSpPr>
        <p:spPr>
          <a:xfrm>
            <a:off x="684212" y="360893"/>
            <a:ext cx="51911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ChatGPT</a:t>
            </a:r>
            <a:r>
              <a:rPr lang="pl-PL" dirty="0"/>
              <a:t> znacząco usprawnił pracę nad projektem, przyspieszając proces tworzenia i poprawiania kodu.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Pomagał w rozwiązywaniu błędów (m.in. związanych z certyfikatami), sugerował rozwiązania w </a:t>
            </a:r>
            <a:r>
              <a:rPr lang="pl-PL" dirty="0" err="1"/>
              <a:t>Streamlit</a:t>
            </a:r>
            <a:r>
              <a:rPr lang="pl-PL" dirty="0"/>
              <a:t> oraz wspierał przy implementacji modelu SARIMA.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Dzięki niemu korzystanie z dokumentacji </a:t>
            </a:r>
            <a:r>
              <a:rPr lang="pl-PL" dirty="0" err="1"/>
              <a:t>Pythona</a:t>
            </a:r>
            <a:r>
              <a:rPr lang="pl-PL" dirty="0"/>
              <a:t> stało się prostsze, co pozwoliło skupić się na tym, aby aplikacja działała poprawnie i była logicznie zaprojektowana.</a:t>
            </a:r>
            <a:endParaRPr lang="pl-PL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26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C5BDD1EA-D8C1-45AF-9F0A-14A2A137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EA53E35-C45D-9159-1360-DD407D9E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 dirty="0" err="1"/>
              <a:t>Aplikacja</a:t>
            </a:r>
            <a:r>
              <a:rPr lang="en-US" sz="4100" b="1" dirty="0"/>
              <a:t> GOLDPREDICT</a:t>
            </a:r>
          </a:p>
        </p:txBody>
      </p:sp>
      <p:sp>
        <p:nvSpPr>
          <p:cNvPr id="70" name="Snip Diagonal Corner Rectangle 6">
            <a:extLst>
              <a:ext uri="{FF2B5EF4-FFF2-40B4-BE49-F238E27FC236}">
                <a16:creationId xmlns:a16="http://schemas.microsoft.com/office/drawing/2014/main" id="{14354E08-0068-48D7-A8AD-84C7B1CF5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FC44A379-F1FA-262C-9AC8-989584E4B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96" r="20277"/>
          <a:stretch>
            <a:fillRect/>
          </a:stretch>
        </p:blipFill>
        <p:spPr>
          <a:xfrm>
            <a:off x="799072" y="786117"/>
            <a:ext cx="6245352" cy="4956048"/>
          </a:xfrm>
          <a:custGeom>
            <a:avLst/>
            <a:gdLst/>
            <a:ahLst/>
            <a:cxnLst/>
            <a:rect l="l" t="t" r="r" b="b"/>
            <a:pathLst>
              <a:path w="6245352" h="4956048">
                <a:moveTo>
                  <a:pt x="534609" y="0"/>
                </a:moveTo>
                <a:lnTo>
                  <a:pt x="6245352" y="0"/>
                </a:lnTo>
                <a:lnTo>
                  <a:pt x="6245352" y="4421439"/>
                </a:lnTo>
                <a:lnTo>
                  <a:pt x="5710743" y="4956048"/>
                </a:lnTo>
                <a:lnTo>
                  <a:pt x="0" y="4956048"/>
                </a:lnTo>
                <a:lnTo>
                  <a:pt x="0" y="534609"/>
                </a:lnTo>
                <a:close/>
              </a:path>
            </a:pathLst>
          </a:cu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A779F34F-2960-4B81-BA08-445B6F6A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0A57ACC-416F-4A5D-B7F7-DDA9886A3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6522B4F-50C4-4FCE-8AE2-3789D63E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C3978FC-B5D1-42BE-B086-BC2A733D5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CED99F1-340D-4970-8E66-3B28E927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0A54E39-63C0-4847-A766-C6B74FEB4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950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51939-9AF9-0CA4-994A-3D3F4F9C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0F4C20EA-E25C-F873-1A1F-5C2E277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568" y="499888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cap="all" dirty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Architektura aplikacji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D5CCB6E-1E67-4ABF-EEA3-6C19809A6B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0962054"/>
              </p:ext>
            </p:extLst>
          </p:nvPr>
        </p:nvGraphicFramePr>
        <p:xfrm>
          <a:off x="684212" y="685800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pole tekstowe 8">
            <a:extLst>
              <a:ext uri="{FF2B5EF4-FFF2-40B4-BE49-F238E27FC236}">
                <a16:creationId xmlns:a16="http://schemas.microsoft.com/office/drawing/2014/main" id="{F77B2CA1-9DB5-C6BF-D3B4-28FA96706196}"/>
              </a:ext>
            </a:extLst>
          </p:cNvPr>
          <p:cNvSpPr txBox="1"/>
          <p:nvPr/>
        </p:nvSpPr>
        <p:spPr>
          <a:xfrm>
            <a:off x="684212" y="476833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Przepływ danych</a:t>
            </a:r>
          </a:p>
        </p:txBody>
      </p:sp>
    </p:spTree>
    <p:extLst>
      <p:ext uri="{BB962C8B-B14F-4D97-AF65-F5344CB8AC3E}">
        <p14:creationId xmlns:p14="http://schemas.microsoft.com/office/powerpoint/2010/main" val="68259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419F60-9469-4D44-868E-3CA3817D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DAA995-3C01-4ECD-3686-C6440BA35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cap="all" dirty="0" err="1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Aplikacja</a:t>
            </a:r>
            <a:r>
              <a:rPr lang="en-US" sz="3600" kern="1200" cap="all" dirty="0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do </a:t>
            </a:r>
            <a:r>
              <a:rPr lang="en-US" sz="3600" kern="1200" cap="all" dirty="0" err="1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prognozowania</a:t>
            </a:r>
            <a:endParaRPr lang="en-US" sz="3600" kern="1200" cap="all" dirty="0">
              <a:ln w="3175" cmpd="sng"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sp useBgFill="1">
        <p:nvSpPr>
          <p:cNvPr id="19" name="Snip Diagonal Corner Rectangle 21">
            <a:extLst>
              <a:ext uri="{FF2B5EF4-FFF2-40B4-BE49-F238E27FC236}">
                <a16:creationId xmlns:a16="http://schemas.microsoft.com/office/drawing/2014/main" id="{A3CF6F3D-089E-4C46-A15D-27A0B525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10281652" cy="3612950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DE9D45-335A-43DE-A422-9B6120B51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5DCC818-F319-42A9-B67E-2B9FF55E6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DAF678-0C93-46A0-8E9F-F26AB84C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A60AE9-0541-4D1E-AD06-FEC218C8C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49FB520-BCD8-4D13-8DB5-23741BFB9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FEB6369-138D-4B28-856E-2115F72DF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59F8D6D-C22F-93DA-6365-971C601164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1337209"/>
              </p:ext>
            </p:extLst>
          </p:nvPr>
        </p:nvGraphicFramePr>
        <p:xfrm>
          <a:off x="1274294" y="1006997"/>
          <a:ext cx="8994718" cy="2869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4177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7E2F0-B492-F10A-DE02-742DC3D2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pl-PL" sz="4400" b="1" dirty="0"/>
              <a:t>API – Yahoo </a:t>
            </a:r>
            <a:r>
              <a:rPr lang="pl-PL" sz="4400" b="1" dirty="0" err="1"/>
              <a:t>finance</a:t>
            </a:r>
            <a:endParaRPr lang="pl-PL" sz="4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352C25-3635-1C93-98B5-C67543F27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239" y="550316"/>
            <a:ext cx="6156866" cy="3463236"/>
          </a:xfrm>
          <a:prstGeom prst="rect">
            <a:avLst/>
          </a:prstGeom>
          <a:noFill/>
          <a:effectLst>
            <a:innerShdw blurRad="57150" dist="38100" dir="14460000">
              <a:prstClr val="black">
                <a:alpha val="7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320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9" name="Straight Connector 22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C56034A-1798-88B7-CD34-7E3FC74C4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290" y="685800"/>
            <a:ext cx="4818656" cy="46037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/>
              <a:t>Ograniczenia Yahoo finance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61280F-A953-8F15-4AD4-83AD9B104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5651" y="685800"/>
            <a:ext cx="4878959" cy="46037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panose="05040102010807070707" pitchFamily="18" charset="2"/>
              <a:buChar char=""/>
            </a:pPr>
            <a:r>
              <a:rPr lang="en-US" dirty="0">
                <a:solidFill>
                  <a:schemeClr val="tx1"/>
                </a:solidFill>
              </a:rPr>
              <a:t>Dane </a:t>
            </a:r>
            <a:r>
              <a:rPr lang="en-US" dirty="0" err="1">
                <a:solidFill>
                  <a:schemeClr val="tx1"/>
                </a:solidFill>
              </a:rPr>
              <a:t>są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darmowe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przez</a:t>
            </a:r>
            <a:r>
              <a:rPr lang="en-US" dirty="0">
                <a:solidFill>
                  <a:schemeClr val="tx1"/>
                </a:solidFill>
              </a:rPr>
              <a:t> co </a:t>
            </a:r>
            <a:r>
              <a:rPr lang="en-US" dirty="0" err="1">
                <a:solidFill>
                  <a:schemeClr val="tx1"/>
                </a:solidFill>
              </a:rPr>
              <a:t>mogą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być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niepełne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 3" panose="05040102010807070707" pitchFamily="18" charset="2"/>
              <a:buChar char=""/>
            </a:pPr>
            <a:r>
              <a:rPr lang="en-US" dirty="0" err="1">
                <a:solidFill>
                  <a:schemeClr val="tx1"/>
                </a:solidFill>
              </a:rPr>
              <a:t>Opóźnienia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danych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giełdowych</a:t>
            </a:r>
            <a:r>
              <a:rPr lang="pl-PL" dirty="0">
                <a:solidFill>
                  <a:schemeClr val="tx1"/>
                </a:solidFill>
              </a:rPr>
              <a:t>, ETF i indeksów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zwykle</a:t>
            </a:r>
            <a:r>
              <a:rPr lang="en-US" dirty="0">
                <a:solidFill>
                  <a:schemeClr val="tx1"/>
                </a:solidFill>
              </a:rPr>
              <a:t> o 15 </a:t>
            </a:r>
            <a:r>
              <a:rPr lang="en-US" dirty="0" err="1">
                <a:solidFill>
                  <a:schemeClr val="tx1"/>
                </a:solidFill>
              </a:rPr>
              <a:t>minut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lang="pl-PL" dirty="0">
                <a:solidFill>
                  <a:schemeClr val="tx1"/>
                </a:solidFill>
              </a:rPr>
              <a:t>. Dane historyczne bez opóźnień.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 3" panose="05040102010807070707" pitchFamily="18" charset="2"/>
              <a:buChar char=""/>
            </a:pPr>
            <a:r>
              <a:rPr lang="en-US" dirty="0">
                <a:solidFill>
                  <a:schemeClr val="tx1"/>
                </a:solidFill>
              </a:rPr>
              <a:t>Brak </a:t>
            </a:r>
            <a:r>
              <a:rPr lang="en-US" dirty="0" err="1">
                <a:solidFill>
                  <a:schemeClr val="tx1"/>
                </a:solidFill>
              </a:rPr>
              <a:t>gwarancji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ciągłości</a:t>
            </a:r>
            <a:r>
              <a:rPr lang="pl-PL" dirty="0">
                <a:solidFill>
                  <a:schemeClr val="tx1"/>
                </a:solidFill>
              </a:rPr>
              <a:t> danych (przerwy </a:t>
            </a:r>
            <a:r>
              <a:rPr lang="pl-PL" dirty="0" err="1">
                <a:solidFill>
                  <a:schemeClr val="tx1"/>
                </a:solidFill>
              </a:rPr>
              <a:t>swiąteczne</a:t>
            </a:r>
            <a:r>
              <a:rPr lang="pl-PL" dirty="0">
                <a:solidFill>
                  <a:schemeClr val="tx1"/>
                </a:solidFill>
              </a:rPr>
              <a:t>, itp.)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 3" panose="05040102010807070707" pitchFamily="18" charset="2"/>
              <a:buChar char=""/>
            </a:pPr>
            <a:r>
              <a:rPr lang="en-US" dirty="0" err="1">
                <a:solidFill>
                  <a:schemeClr val="tx1"/>
                </a:solidFill>
              </a:rPr>
              <a:t>Ryzyko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niedostępności</a:t>
            </a:r>
            <a:r>
              <a:rPr lang="en-US" dirty="0">
                <a:solidFill>
                  <a:schemeClr val="tx1"/>
                </a:solidFill>
              </a:rPr>
              <a:t> API</a:t>
            </a:r>
          </a:p>
          <a:p>
            <a:pPr>
              <a:buFont typeface="Wingdings 3" panose="05040102010807070707" pitchFamily="18" charset="2"/>
              <a:buChar char=""/>
            </a:pPr>
            <a:r>
              <a:rPr lang="en-US" dirty="0">
                <a:solidFill>
                  <a:schemeClr val="tx1"/>
                </a:solidFill>
              </a:rPr>
              <a:t>Dane </a:t>
            </a:r>
            <a:r>
              <a:rPr lang="en-US" dirty="0" err="1">
                <a:solidFill>
                  <a:schemeClr val="tx1"/>
                </a:solidFill>
              </a:rPr>
              <a:t>są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informacyjne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nie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są</a:t>
            </a:r>
            <a:r>
              <a:rPr lang="en-US" dirty="0">
                <a:solidFill>
                  <a:schemeClr val="tx1"/>
                </a:solidFill>
              </a:rPr>
              <a:t> to 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oficjalne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giełdowe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849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CF768-EEBD-5008-B3E4-C44AC8D6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880140E-5B60-AE85-CAE4-4E9DF00F1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9" name="Straight Connector 22">
              <a:extLst>
                <a:ext uri="{FF2B5EF4-FFF2-40B4-BE49-F238E27FC236}">
                  <a16:creationId xmlns:a16="http://schemas.microsoft.com/office/drawing/2014/main" id="{2BCAB439-4E80-7318-10F4-2A711039C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07978E5-37F7-2540-9D10-98942EEAFE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B991177-0CED-F96D-6B22-8CE9B0FEE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4F38AC3-70E1-02A3-FB23-2C77CA865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D106A43-CF8B-FBE0-CD59-31CA042E1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86D4308-294E-9CAA-4503-D04FF893A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7E862C7-C03C-B62E-800C-CDB4FFD7C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290" y="685800"/>
            <a:ext cx="4818656" cy="46037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pl-PL" dirty="0"/>
              <a:t>Zalety</a:t>
            </a:r>
            <a:r>
              <a:rPr lang="en-US" dirty="0"/>
              <a:t> </a:t>
            </a:r>
            <a:r>
              <a:rPr lang="pl-PL" dirty="0"/>
              <a:t>korzystania z </a:t>
            </a:r>
            <a:r>
              <a:rPr lang="en-US" dirty="0"/>
              <a:t>Yahoo finance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1A35DC-65C7-204D-EF6F-03870DFB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3077FEA-2A15-D7B1-BFE4-9D14B34D1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5651" y="685800"/>
            <a:ext cx="4878959" cy="46037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panose="05040102010807070707" pitchFamily="18" charset="2"/>
              <a:buChar char=""/>
            </a:pPr>
            <a:r>
              <a:rPr lang="pl-PL" dirty="0">
                <a:solidFill>
                  <a:schemeClr val="tx1"/>
                </a:solidFill>
              </a:rPr>
              <a:t>Darmowy dostęp do danych</a:t>
            </a:r>
          </a:p>
          <a:p>
            <a:pPr>
              <a:buFont typeface="Wingdings 3" panose="05040102010807070707" pitchFamily="18" charset="2"/>
              <a:buChar char=""/>
            </a:pPr>
            <a:r>
              <a:rPr lang="pl-PL" dirty="0">
                <a:solidFill>
                  <a:schemeClr val="tx1"/>
                </a:solidFill>
              </a:rPr>
              <a:t>Brak limitów zapytań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 3" panose="05040102010807070707" pitchFamily="18" charset="2"/>
              <a:buChar char=""/>
            </a:pPr>
            <a:r>
              <a:rPr lang="pl-PL" dirty="0">
                <a:solidFill>
                  <a:schemeClr val="tx1"/>
                </a:solidFill>
              </a:rPr>
              <a:t>Łatwe pobieranie przez API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 3" panose="05040102010807070707" pitchFamily="18" charset="2"/>
              <a:buChar char=""/>
            </a:pPr>
            <a:r>
              <a:rPr lang="pl-PL" dirty="0">
                <a:solidFill>
                  <a:schemeClr val="tx1"/>
                </a:solidFill>
              </a:rPr>
              <a:t>Wiele instrumentów finansowych (złoto, ETF-y, indeksy, waluty, akcje)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 3" panose="05040102010807070707" pitchFamily="18" charset="2"/>
              <a:buChar char=""/>
            </a:pPr>
            <a:r>
              <a:rPr lang="pl-PL" dirty="0">
                <a:solidFill>
                  <a:schemeClr val="tx1"/>
                </a:solidFill>
              </a:rPr>
              <a:t>Szybka integracja z modelami prognozującymi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 3" panose="05040102010807070707" pitchFamily="18" charset="2"/>
              <a:buChar char=""/>
            </a:pPr>
            <a:r>
              <a:rPr lang="en-US" dirty="0">
                <a:solidFill>
                  <a:schemeClr val="tx1"/>
                </a:solidFill>
              </a:rPr>
              <a:t>Dane </a:t>
            </a:r>
            <a:r>
              <a:rPr lang="pl-PL" dirty="0">
                <a:solidFill>
                  <a:schemeClr val="tx1"/>
                </a:solidFill>
              </a:rPr>
              <a:t>historyczne nawet do 50 lat wstecz</a:t>
            </a:r>
          </a:p>
          <a:p>
            <a:pPr>
              <a:buFont typeface="Wingdings 3" panose="05040102010807070707" pitchFamily="18" charset="2"/>
              <a:buChar char=""/>
            </a:pPr>
            <a:r>
              <a:rPr lang="pl-PL" dirty="0">
                <a:solidFill>
                  <a:schemeClr val="tx1"/>
                </a:solidFill>
              </a:rPr>
              <a:t>Łatwa implementacja API z </a:t>
            </a:r>
            <a:r>
              <a:rPr lang="pl-PL" dirty="0" err="1">
                <a:solidFill>
                  <a:schemeClr val="tx1"/>
                </a:solidFill>
              </a:rPr>
              <a:t>pythonem</a:t>
            </a:r>
            <a:r>
              <a:rPr lang="pl-PL" dirty="0">
                <a:solidFill>
                  <a:schemeClr val="tx1"/>
                </a:solidFill>
              </a:rPr>
              <a:t> (biblioteka </a:t>
            </a:r>
            <a:r>
              <a:rPr lang="pl-PL" i="1" dirty="0" err="1">
                <a:solidFill>
                  <a:schemeClr val="tx1"/>
                </a:solidFill>
              </a:rPr>
              <a:t>yfinance</a:t>
            </a:r>
            <a:r>
              <a:rPr lang="pl-PL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74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6419F60-9469-4D44-868E-3CA3817D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48CAE79-71DD-4B9E-11FA-5C9C27B0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cap="all" dirty="0" err="1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Komunikacja</a:t>
            </a:r>
            <a:r>
              <a:rPr lang="en-US" sz="3600" kern="1200" cap="all" dirty="0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API z Yahoo finance</a:t>
            </a:r>
          </a:p>
        </p:txBody>
      </p:sp>
      <p:sp useBgFill="1">
        <p:nvSpPr>
          <p:cNvPr id="109" name="Snip Diagonal Corner Rectangle 21">
            <a:extLst>
              <a:ext uri="{FF2B5EF4-FFF2-40B4-BE49-F238E27FC236}">
                <a16:creationId xmlns:a16="http://schemas.microsoft.com/office/drawing/2014/main" id="{A3CF6F3D-089E-4C46-A15D-27A0B525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10281652" cy="3612950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5DE9D45-335A-43DE-A422-9B6120B51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45DCC818-F319-42A9-B67E-2B9FF55E6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DDAF678-0C93-46A0-8E9F-F26AB84C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8A60AE9-0541-4D1E-AD06-FEC218C8C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49FB520-BCD8-4D13-8DB5-23741BFB9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FEB6369-138D-4B28-856E-2115F72DF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5" name="Symbol zastępczy zawartości 2">
            <a:extLst>
              <a:ext uri="{FF2B5EF4-FFF2-40B4-BE49-F238E27FC236}">
                <a16:creationId xmlns:a16="http://schemas.microsoft.com/office/drawing/2014/main" id="{A18E87B9-D950-C1E2-1A9B-A846CE1862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5911311"/>
              </p:ext>
            </p:extLst>
          </p:nvPr>
        </p:nvGraphicFramePr>
        <p:xfrm>
          <a:off x="630826" y="863602"/>
          <a:ext cx="10131662" cy="3104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5990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5" name="Straight Connector 3094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7" name="Straight Connector 3096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9" name="Straight Connector 3098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1" name="Straight Connector 3100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3" name="Straight Connector 3102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5" name="Rectangle 3104">
            <a:extLst>
              <a:ext uri="{FF2B5EF4-FFF2-40B4-BE49-F238E27FC236}">
                <a16:creationId xmlns:a16="http://schemas.microsoft.com/office/drawing/2014/main" id="{991E317B-75E3-4171-A07A-B263C1D6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47A833C-11D0-9DC2-BD2E-397F7125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SARIMA</a:t>
            </a:r>
          </a:p>
        </p:txBody>
      </p:sp>
      <p:sp useBgFill="1">
        <p:nvSpPr>
          <p:cNvPr id="3107" name="Snip Diagonal Corner Rectangle 6">
            <a:extLst>
              <a:ext uri="{FF2B5EF4-FFF2-40B4-BE49-F238E27FC236}">
                <a16:creationId xmlns:a16="http://schemas.microsoft.com/office/drawing/2014/main" id="{4A9B19C2-B29A-4924-9E7E-6FBF17F5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6A0B4C1-3D4B-4F3F-CF01-5104E66553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476" y="1266238"/>
            <a:ext cx="6215387" cy="361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09" name="Group 3108">
            <a:extLst>
              <a:ext uri="{FF2B5EF4-FFF2-40B4-BE49-F238E27FC236}">
                <a16:creationId xmlns:a16="http://schemas.microsoft.com/office/drawing/2014/main" id="{34C85634-D5F5-4047-8F35-F4B1F50A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110" name="Straight Connector 3109">
              <a:extLst>
                <a:ext uri="{FF2B5EF4-FFF2-40B4-BE49-F238E27FC236}">
                  <a16:creationId xmlns:a16="http://schemas.microsoft.com/office/drawing/2014/main" id="{1224BF71-948F-411D-AA79-8B231571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1" name="Straight Connector 3110">
              <a:extLst>
                <a:ext uri="{FF2B5EF4-FFF2-40B4-BE49-F238E27FC236}">
                  <a16:creationId xmlns:a16="http://schemas.microsoft.com/office/drawing/2014/main" id="{434B4526-E715-4199-A597-CD757CB4A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2" name="Straight Connector 3111">
              <a:extLst>
                <a:ext uri="{FF2B5EF4-FFF2-40B4-BE49-F238E27FC236}">
                  <a16:creationId xmlns:a16="http://schemas.microsoft.com/office/drawing/2014/main" id="{35E295A6-48D5-4F9E-A32C-5D87EAA5E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3" name="Straight Connector 3112">
              <a:extLst>
                <a:ext uri="{FF2B5EF4-FFF2-40B4-BE49-F238E27FC236}">
                  <a16:creationId xmlns:a16="http://schemas.microsoft.com/office/drawing/2014/main" id="{E10BF5B3-9260-4D36-BB24-07BC414B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4" name="Straight Connector 3113">
              <a:extLst>
                <a:ext uri="{FF2B5EF4-FFF2-40B4-BE49-F238E27FC236}">
                  <a16:creationId xmlns:a16="http://schemas.microsoft.com/office/drawing/2014/main" id="{AAE0C886-FA2E-4E7C-BC00-8397AAEC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0235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0B1436-6AA1-65A1-A1DA-B663057C3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SArima</a:t>
            </a:r>
            <a:endParaRPr lang="pl-PL" dirty="0"/>
          </a:p>
        </p:txBody>
      </p:sp>
      <p:graphicFrame>
        <p:nvGraphicFramePr>
          <p:cNvPr id="6" name="Symbol zastępczy zawartości 2">
            <a:extLst>
              <a:ext uri="{FF2B5EF4-FFF2-40B4-BE49-F238E27FC236}">
                <a16:creationId xmlns:a16="http://schemas.microsoft.com/office/drawing/2014/main" id="{59127869-FA02-4200-A579-E8C11684F2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538926"/>
              </p:ext>
            </p:extLst>
          </p:nvPr>
        </p:nvGraphicFramePr>
        <p:xfrm>
          <a:off x="684212" y="685800"/>
          <a:ext cx="10047288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ole tekstowe 3">
            <a:extLst>
              <a:ext uri="{FF2B5EF4-FFF2-40B4-BE49-F238E27FC236}">
                <a16:creationId xmlns:a16="http://schemas.microsoft.com/office/drawing/2014/main" id="{DC42DFC2-5348-DA9B-1BBF-334D05387113}"/>
              </a:ext>
            </a:extLst>
          </p:cNvPr>
          <p:cNvSpPr txBox="1"/>
          <p:nvPr/>
        </p:nvSpPr>
        <p:spPr>
          <a:xfrm>
            <a:off x="684212" y="5750982"/>
            <a:ext cx="4491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Parametry modelu</a:t>
            </a:r>
          </a:p>
        </p:txBody>
      </p:sp>
    </p:spTree>
    <p:extLst>
      <p:ext uri="{BB962C8B-B14F-4D97-AF65-F5344CB8AC3E}">
        <p14:creationId xmlns:p14="http://schemas.microsoft.com/office/powerpoint/2010/main" val="304033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2AD451C9-FFD3-FFAE-BB7B-4D8656C6C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661" y="941424"/>
            <a:ext cx="3043896" cy="3248611"/>
          </a:xfrm>
        </p:spPr>
        <p:txBody>
          <a:bodyPr>
            <a:normAutofit/>
          </a:bodyPr>
          <a:lstStyle/>
          <a:p>
            <a:r>
              <a:rPr lang="pl-PL" dirty="0" err="1">
                <a:solidFill>
                  <a:srgbClr val="FFFFFF"/>
                </a:solidFill>
              </a:rPr>
              <a:t>SArima</a:t>
            </a:r>
            <a:endParaRPr lang="pl-PL" dirty="0">
              <a:solidFill>
                <a:srgbClr val="FFFFFF"/>
              </a:solidFill>
            </a:endParaRPr>
          </a:p>
        </p:txBody>
      </p:sp>
      <p:graphicFrame>
        <p:nvGraphicFramePr>
          <p:cNvPr id="9" name="Symbol zastępczy zawartości 2">
            <a:extLst>
              <a:ext uri="{FF2B5EF4-FFF2-40B4-BE49-F238E27FC236}">
                <a16:creationId xmlns:a16="http://schemas.microsoft.com/office/drawing/2014/main" id="{68A29B71-8A37-E9E2-9B15-4BDFC602D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471219"/>
              </p:ext>
            </p:extLst>
          </p:nvPr>
        </p:nvGraphicFramePr>
        <p:xfrm>
          <a:off x="548239" y="420624"/>
          <a:ext cx="7480979" cy="5280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0287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AF9D-E2C1-0FCE-C692-3A934669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C56CDD-3EB1-81E5-D886-39F21B69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SArima</a:t>
            </a:r>
            <a:endParaRPr lang="pl-PL" dirty="0"/>
          </a:p>
        </p:txBody>
      </p:sp>
      <p:graphicFrame>
        <p:nvGraphicFramePr>
          <p:cNvPr id="6" name="Symbol zastępczy zawartości 2">
            <a:extLst>
              <a:ext uri="{FF2B5EF4-FFF2-40B4-BE49-F238E27FC236}">
                <a16:creationId xmlns:a16="http://schemas.microsoft.com/office/drawing/2014/main" id="{C1FFF40A-35C7-8B04-E655-348E13C11D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1764876"/>
              </p:ext>
            </p:extLst>
          </p:nvPr>
        </p:nvGraphicFramePr>
        <p:xfrm>
          <a:off x="471646" y="228329"/>
          <a:ext cx="11248708" cy="4133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ole tekstowe 3">
            <a:extLst>
              <a:ext uri="{FF2B5EF4-FFF2-40B4-BE49-F238E27FC236}">
                <a16:creationId xmlns:a16="http://schemas.microsoft.com/office/drawing/2014/main" id="{749A17C5-BD8F-EC91-ADBD-71533DAD9332}"/>
              </a:ext>
            </a:extLst>
          </p:cNvPr>
          <p:cNvSpPr txBox="1"/>
          <p:nvPr/>
        </p:nvSpPr>
        <p:spPr>
          <a:xfrm>
            <a:off x="684212" y="5750982"/>
            <a:ext cx="4491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Parametry modelu</a:t>
            </a:r>
          </a:p>
        </p:txBody>
      </p:sp>
    </p:spTree>
    <p:extLst>
      <p:ext uri="{BB962C8B-B14F-4D97-AF65-F5344CB8AC3E}">
        <p14:creationId xmlns:p14="http://schemas.microsoft.com/office/powerpoint/2010/main" val="3753863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CB8A15-757C-4D75-9A69-1AFD730F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sarima</a:t>
            </a:r>
            <a:endParaRPr lang="pl-PL" dirty="0"/>
          </a:p>
        </p:txBody>
      </p:sp>
      <p:graphicFrame>
        <p:nvGraphicFramePr>
          <p:cNvPr id="6" name="Symbol zastępczy zawartości 2">
            <a:extLst>
              <a:ext uri="{FF2B5EF4-FFF2-40B4-BE49-F238E27FC236}">
                <a16:creationId xmlns:a16="http://schemas.microsoft.com/office/drawing/2014/main" id="{1A8510BA-DF8D-7D61-85F9-E5BCB7868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624889"/>
              </p:ext>
            </p:extLst>
          </p:nvPr>
        </p:nvGraphicFramePr>
        <p:xfrm>
          <a:off x="684212" y="685800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ole tekstowe 3">
            <a:extLst>
              <a:ext uri="{FF2B5EF4-FFF2-40B4-BE49-F238E27FC236}">
                <a16:creationId xmlns:a16="http://schemas.microsoft.com/office/drawing/2014/main" id="{465B9BB8-8452-9201-CB50-A5BCDDB6846E}"/>
              </a:ext>
            </a:extLst>
          </p:cNvPr>
          <p:cNvSpPr txBox="1"/>
          <p:nvPr/>
        </p:nvSpPr>
        <p:spPr>
          <a:xfrm>
            <a:off x="684212" y="5750982"/>
            <a:ext cx="6103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Dlaczego jest odpowiednia do danych finansowych</a:t>
            </a:r>
          </a:p>
        </p:txBody>
      </p:sp>
    </p:spTree>
    <p:extLst>
      <p:ext uri="{BB962C8B-B14F-4D97-AF65-F5344CB8AC3E}">
        <p14:creationId xmlns:p14="http://schemas.microsoft.com/office/powerpoint/2010/main" val="3253173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84">
            <a:extLst>
              <a:ext uri="{FF2B5EF4-FFF2-40B4-BE49-F238E27FC236}">
                <a16:creationId xmlns:a16="http://schemas.microsoft.com/office/drawing/2014/main" id="{991E317B-75E3-4171-A07A-B263C1D6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9FDDAC6-83F6-94F8-C966-BB1EEA13A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2710" y="628617"/>
            <a:ext cx="3971902" cy="3028983"/>
          </a:xfrm>
        </p:spPr>
        <p:txBody>
          <a:bodyPr>
            <a:normAutofit/>
          </a:bodyPr>
          <a:lstStyle/>
          <a:p>
            <a:r>
              <a:rPr lang="pl-PL" sz="3700" b="1" dirty="0">
                <a:solidFill>
                  <a:srgbClr val="FFFFFF"/>
                </a:solidFill>
              </a:rPr>
              <a:t>Generowanie prognozy</a:t>
            </a:r>
          </a:p>
        </p:txBody>
      </p:sp>
      <p:sp useBgFill="1">
        <p:nvSpPr>
          <p:cNvPr id="101" name="Snip Diagonal Corner Rectangle 6">
            <a:extLst>
              <a:ext uri="{FF2B5EF4-FFF2-40B4-BE49-F238E27FC236}">
                <a16:creationId xmlns:a16="http://schemas.microsoft.com/office/drawing/2014/main" id="{4A9B19C2-B29A-4924-9E7E-6FBF17F5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1223A6D-AD49-92D3-58FE-0BC12FA1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22" y="884949"/>
            <a:ext cx="5260533" cy="48002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2" name="Group 88">
            <a:extLst>
              <a:ext uri="{FF2B5EF4-FFF2-40B4-BE49-F238E27FC236}">
                <a16:creationId xmlns:a16="http://schemas.microsoft.com/office/drawing/2014/main" id="{34C85634-D5F5-4047-8F35-F4B1F50A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224BF71-948F-411D-AA79-8B231571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34B4526-E715-4199-A597-CD757CB4A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5E295A6-48D5-4F9E-A32C-5D87EAA5E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10BF5B3-9260-4D36-BB24-07BC414B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AE0C886-FA2E-4E7C-BC00-8397AAEC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4666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F51996-24B6-AD82-B5F0-F08102A8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2" y="4665133"/>
            <a:ext cx="8534400" cy="1507067"/>
          </a:xfrm>
        </p:spPr>
        <p:txBody>
          <a:bodyPr/>
          <a:lstStyle/>
          <a:p>
            <a:r>
              <a:rPr lang="pl-PL" dirty="0"/>
              <a:t>Generowanie prognozy</a:t>
            </a:r>
          </a:p>
        </p:txBody>
      </p:sp>
      <p:graphicFrame>
        <p:nvGraphicFramePr>
          <p:cNvPr id="26" name="Symbol zastępczy zawartości 2">
            <a:extLst>
              <a:ext uri="{FF2B5EF4-FFF2-40B4-BE49-F238E27FC236}">
                <a16:creationId xmlns:a16="http://schemas.microsoft.com/office/drawing/2014/main" id="{7B01E8CB-D0A3-EDD3-2B1E-CF0A496773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638758"/>
              </p:ext>
            </p:extLst>
          </p:nvPr>
        </p:nvGraphicFramePr>
        <p:xfrm>
          <a:off x="684212" y="685800"/>
          <a:ext cx="9566212" cy="390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9862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124D9F5B-C72B-41EE-97C2-D3600B627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4E2184A-FD63-05A9-30CE-E9CB808B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114" y="4487332"/>
            <a:ext cx="4205003" cy="1507067"/>
          </a:xfrm>
        </p:spPr>
        <p:txBody>
          <a:bodyPr>
            <a:normAutofit/>
          </a:bodyPr>
          <a:lstStyle/>
          <a:p>
            <a:r>
              <a:rPr lang="pl-PL" sz="3200" dirty="0">
                <a:solidFill>
                  <a:srgbClr val="FFFFFF"/>
                </a:solidFill>
              </a:rPr>
              <a:t>Przykładowy wynik prognozy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D4633F42-2BCD-332E-61F8-110360F83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1" y="1089026"/>
            <a:ext cx="4887466" cy="4459812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BB1BBA1-046B-20A5-2226-007F185CA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449" y="270932"/>
            <a:ext cx="5087551" cy="3615267"/>
          </a:xfrm>
        </p:spPr>
        <p:txBody>
          <a:bodyPr>
            <a:normAutofit/>
          </a:bodyPr>
          <a:lstStyle/>
          <a:p>
            <a:r>
              <a:rPr lang="pl-PL" sz="1800" b="1" dirty="0">
                <a:solidFill>
                  <a:schemeClr val="tx1"/>
                </a:solidFill>
              </a:rPr>
              <a:t>Prognoza wygenerowana na podstawie danych historycznych od 09.12.2022</a:t>
            </a:r>
          </a:p>
          <a:p>
            <a:r>
              <a:rPr lang="pl-PL" sz="1800" b="1" dirty="0">
                <a:solidFill>
                  <a:schemeClr val="tx1"/>
                </a:solidFill>
              </a:rPr>
              <a:t>Wykres przedstawia prognozę cen złota względem dolara do dnia 9.12.2028 oraz zakres niepewności (półprzezroczyste pole)</a:t>
            </a:r>
          </a:p>
          <a:p>
            <a:r>
              <a:rPr lang="pl-PL" sz="1800" b="1" dirty="0">
                <a:solidFill>
                  <a:schemeClr val="tx1"/>
                </a:solidFill>
              </a:rPr>
              <a:t>Jednostka ceny: USD za 1 uncję (oz)</a:t>
            </a:r>
          </a:p>
          <a:p>
            <a:r>
              <a:rPr lang="pl-PL" sz="1800" b="1" dirty="0">
                <a:solidFill>
                  <a:schemeClr val="tx1"/>
                </a:solidFill>
              </a:rPr>
              <a:t>Tendencja prognozy wzrostowa: pod wykresem prezentowany jest końcowy wynik prognozy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180A64C-1862-4B1B-8953-FA96DEE4C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2859A51-B3CA-4126-956F-D0DCCBA21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ECA05ED-FBC3-48F4-8E6D-AB89EC608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EE24CC5-F080-45A3-B2B4-59A7BCA5A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3EC6EC2-2351-427C-90C2-F10791573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524D87A-9540-4F77-B006-823176623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C394EC4-793E-7B91-0BB0-4000323F8BD4}"/>
              </a:ext>
            </a:extLst>
          </p:cNvPr>
          <p:cNvSpPr/>
          <p:nvPr/>
        </p:nvSpPr>
        <p:spPr>
          <a:xfrm>
            <a:off x="4604609" y="110067"/>
            <a:ext cx="2000816" cy="648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Niepewność prognozy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27C831-B08C-BBAF-BA9E-55B5923B1B38}"/>
              </a:ext>
            </a:extLst>
          </p:cNvPr>
          <p:cNvCxnSpPr>
            <a:stCxn id="6" idx="2"/>
          </p:cNvCxnSpPr>
          <p:nvPr/>
        </p:nvCxnSpPr>
        <p:spPr>
          <a:xfrm flipH="1">
            <a:off x="5033727" y="758742"/>
            <a:ext cx="571290" cy="1332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AA452-6E6F-0BB2-E477-08A8B58B7842}"/>
              </a:ext>
            </a:extLst>
          </p:cNvPr>
          <p:cNvSpPr/>
          <p:nvPr/>
        </p:nvSpPr>
        <p:spPr>
          <a:xfrm>
            <a:off x="5448125" y="3008581"/>
            <a:ext cx="1311831" cy="6486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Prognoza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C1E5C1-675F-5322-F7E5-021418EE2E4A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4373120" y="2937588"/>
            <a:ext cx="1075005" cy="39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3B8F76-6120-4329-B95F-CDDE03DCA2BA}"/>
              </a:ext>
            </a:extLst>
          </p:cNvPr>
          <p:cNvSpPr/>
          <p:nvPr/>
        </p:nvSpPr>
        <p:spPr>
          <a:xfrm>
            <a:off x="1559001" y="2172105"/>
            <a:ext cx="1415699" cy="64867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Historia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10C2B9-2991-35DE-4F88-9410E22FEC58}"/>
              </a:ext>
            </a:extLst>
          </p:cNvPr>
          <p:cNvCxnSpPr>
            <a:stCxn id="16" idx="2"/>
          </p:cNvCxnSpPr>
          <p:nvPr/>
        </p:nvCxnSpPr>
        <p:spPr>
          <a:xfrm>
            <a:off x="2266851" y="2820780"/>
            <a:ext cx="177585" cy="8622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519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91E317B-75E3-4171-A07A-B263C1D6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A354BA-9717-9EEA-E058-27890BE8C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 dirty="0" err="1">
                <a:solidFill>
                  <a:srgbClr val="FFFFFF"/>
                </a:solidFill>
              </a:rPr>
              <a:t>Interfejs</a:t>
            </a:r>
            <a:r>
              <a:rPr lang="en-US" sz="4100" b="1" dirty="0">
                <a:solidFill>
                  <a:srgbClr val="FFFFFF"/>
                </a:solidFill>
              </a:rPr>
              <a:t> </a:t>
            </a:r>
            <a:r>
              <a:rPr lang="en-US" sz="4100" b="1" dirty="0" err="1">
                <a:solidFill>
                  <a:srgbClr val="FFFFFF"/>
                </a:solidFill>
              </a:rPr>
              <a:t>użytkownika</a:t>
            </a:r>
            <a:endParaRPr lang="en-US" sz="4100" b="1" dirty="0">
              <a:solidFill>
                <a:srgbClr val="FFFFFF"/>
              </a:solidFill>
            </a:endParaRPr>
          </a:p>
        </p:txBody>
      </p:sp>
      <p:sp useBgFill="1">
        <p:nvSpPr>
          <p:cNvPr id="22" name="Snip Diagonal Corner Rectangle 6">
            <a:extLst>
              <a:ext uri="{FF2B5EF4-FFF2-40B4-BE49-F238E27FC236}">
                <a16:creationId xmlns:a16="http://schemas.microsoft.com/office/drawing/2014/main" id="{4A9B19C2-B29A-4924-9E7E-6FBF17F5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106FF761-F9DB-B459-F06D-2B66E9F71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101" y="1387438"/>
            <a:ext cx="6282929" cy="3565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4C85634-D5F5-4047-8F35-F4B1F50A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224BF71-948F-411D-AA79-8B231571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34B4526-E715-4199-A597-CD757CB4A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5E295A6-48D5-4F9E-A32C-5D87EAA5E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0BF5B3-9260-4D36-BB24-07BC414B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AE0C886-FA2E-4E7C-BC00-8397AAEC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ymbol zastępczy zawartości 2">
            <a:extLst>
              <a:ext uri="{FF2B5EF4-FFF2-40B4-BE49-F238E27FC236}">
                <a16:creationId xmlns:a16="http://schemas.microsoft.com/office/drawing/2014/main" id="{375AA074-D168-01EC-740F-7296175BCC3D}"/>
              </a:ext>
            </a:extLst>
          </p:cNvPr>
          <p:cNvSpPr txBox="1">
            <a:spLocks/>
          </p:cNvSpPr>
          <p:nvPr/>
        </p:nvSpPr>
        <p:spPr>
          <a:xfrm>
            <a:off x="7092166" y="3689219"/>
            <a:ext cx="4852989" cy="2071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Font typeface="Wingdings 3" panose="05040102010807070707" pitchFamily="18" charset="2"/>
              <a:buNone/>
              <a:tabLst/>
              <a:defRPr/>
            </a:pPr>
            <a:r>
              <a:rPr kumimoji="0" lang="pl-P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Celem interfejsu jest maksymalne uproszczenie procesu generowania prognozy</a:t>
            </a:r>
          </a:p>
        </p:txBody>
      </p:sp>
    </p:spTree>
    <p:extLst>
      <p:ext uri="{BB962C8B-B14F-4D97-AF65-F5344CB8AC3E}">
        <p14:creationId xmlns:p14="http://schemas.microsoft.com/office/powerpoint/2010/main" val="2553854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48EFB4-92DE-DF2A-6F76-C6624821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960" y="5269909"/>
            <a:ext cx="7350079" cy="150706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 err="1"/>
              <a:t>Funkcjonalności</a:t>
            </a:r>
            <a:r>
              <a:rPr lang="en-US" dirty="0"/>
              <a:t> </a:t>
            </a:r>
            <a:r>
              <a:rPr lang="en-US" dirty="0" err="1"/>
              <a:t>interfejsu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33456D6-A05C-55E6-B883-3812D6B8F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0933" y="3685977"/>
            <a:ext cx="4088572" cy="1414017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 algn="r">
              <a:buNone/>
            </a:pPr>
            <a:endParaRPr lang="pl-PL" dirty="0"/>
          </a:p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Wybór </a:t>
            </a:r>
            <a:r>
              <a:rPr lang="en-US" dirty="0" err="1">
                <a:solidFill>
                  <a:schemeClr val="tx1"/>
                </a:solidFill>
              </a:rPr>
              <a:t>zakresu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dat</a:t>
            </a:r>
            <a:r>
              <a:rPr lang="pl-PL" dirty="0">
                <a:solidFill>
                  <a:schemeClr val="tx1"/>
                </a:solidFill>
              </a:rPr>
              <a:t>:</a:t>
            </a:r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pl-PL" dirty="0">
                <a:solidFill>
                  <a:schemeClr val="bg1"/>
                </a:solidFill>
              </a:rPr>
              <a:t>po kliknięciu pojawia się kalendarz</a:t>
            </a:r>
          </a:p>
          <a:p>
            <a:pPr marL="0" indent="0" algn="r">
              <a:buNone/>
            </a:pP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0BEC80E-C478-BED9-96A0-EF2904207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72" r="10811" b="-4"/>
          <a:stretch>
            <a:fillRect/>
          </a:stretch>
        </p:blipFill>
        <p:spPr>
          <a:xfrm>
            <a:off x="582028" y="419697"/>
            <a:ext cx="5023504" cy="3452632"/>
          </a:xfrm>
          <a:custGeom>
            <a:avLst/>
            <a:gdLst/>
            <a:ahLst/>
            <a:cxnLst/>
            <a:rect l="l" t="t" r="r" b="b"/>
            <a:pathLst>
              <a:path w="3239538" h="2226520">
                <a:moveTo>
                  <a:pt x="322464" y="0"/>
                </a:moveTo>
                <a:lnTo>
                  <a:pt x="3239538" y="0"/>
                </a:lnTo>
                <a:lnTo>
                  <a:pt x="3239538" y="2226520"/>
                </a:lnTo>
                <a:lnTo>
                  <a:pt x="0" y="2226520"/>
                </a:lnTo>
                <a:lnTo>
                  <a:pt x="0" y="322464"/>
                </a:lnTo>
                <a:close/>
              </a:path>
            </a:pathLst>
          </a:cu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FAE027A3-4010-2327-C0BD-773B5B67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12503"/>
          <a:stretch>
            <a:fillRect/>
          </a:stretch>
        </p:blipFill>
        <p:spPr>
          <a:xfrm>
            <a:off x="6558703" y="379836"/>
            <a:ext cx="5296530" cy="3452632"/>
          </a:xfrm>
          <a:custGeom>
            <a:avLst/>
            <a:gdLst/>
            <a:ahLst/>
            <a:cxnLst/>
            <a:rect l="l" t="t" r="r" b="b"/>
            <a:pathLst>
              <a:path w="3239538" h="2111747">
                <a:moveTo>
                  <a:pt x="0" y="0"/>
                </a:moveTo>
                <a:lnTo>
                  <a:pt x="3239538" y="0"/>
                </a:lnTo>
                <a:lnTo>
                  <a:pt x="3239538" y="1789284"/>
                </a:lnTo>
                <a:lnTo>
                  <a:pt x="2917075" y="2111747"/>
                </a:lnTo>
                <a:lnTo>
                  <a:pt x="0" y="2111747"/>
                </a:lnTo>
                <a:close/>
              </a:path>
            </a:pathLst>
          </a:cu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C141F8-CE48-4942-96D4-064441B81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59517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11">
              <a:extLst>
                <a:ext uri="{FF2B5EF4-FFF2-40B4-BE49-F238E27FC236}">
                  <a16:creationId xmlns:a16="http://schemas.microsoft.com/office/drawing/2014/main" id="{7807B58E-99D1-4FEC-B11F-FE6948EDC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1BD549-A555-431E-AFB0-E7EDEC751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3">
              <a:extLst>
                <a:ext uri="{FF2B5EF4-FFF2-40B4-BE49-F238E27FC236}">
                  <a16:creationId xmlns:a16="http://schemas.microsoft.com/office/drawing/2014/main" id="{A25E927D-5C7D-4188-92C9-3FDF656B1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BD56B0C-08D0-4CD1-B7DF-65B976B0E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5">
              <a:extLst>
                <a:ext uri="{FF2B5EF4-FFF2-40B4-BE49-F238E27FC236}">
                  <a16:creationId xmlns:a16="http://schemas.microsoft.com/office/drawing/2014/main" id="{BEFC9CB1-36CE-4BB8-8639-4F568165C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Symbol zastępczy zawartości 2">
            <a:extLst>
              <a:ext uri="{FF2B5EF4-FFF2-40B4-BE49-F238E27FC236}">
                <a16:creationId xmlns:a16="http://schemas.microsoft.com/office/drawing/2014/main" id="{A42390C5-EA23-BF40-E9DC-734B96E01D7F}"/>
              </a:ext>
            </a:extLst>
          </p:cNvPr>
          <p:cNvSpPr txBox="1">
            <a:spLocks/>
          </p:cNvSpPr>
          <p:nvPr/>
        </p:nvSpPr>
        <p:spPr>
          <a:xfrm>
            <a:off x="1072495" y="3685977"/>
            <a:ext cx="4042571" cy="158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 3" panose="05040102010807070707" pitchFamily="18" charset="2"/>
              <a:buNone/>
            </a:pPr>
            <a:endParaRPr lang="pl-PL" dirty="0"/>
          </a:p>
          <a:p>
            <a:pPr marL="0" indent="0" algn="ctr">
              <a:buFont typeface="Wingdings 3" panose="05040102010807070707" pitchFamily="18" charset="2"/>
              <a:buNone/>
            </a:pPr>
            <a:r>
              <a:rPr lang="en-US" dirty="0">
                <a:solidFill>
                  <a:schemeClr val="tx1"/>
                </a:solidFill>
              </a:rPr>
              <a:t>Wybór </a:t>
            </a:r>
            <a:r>
              <a:rPr lang="pl-PL" dirty="0">
                <a:solidFill>
                  <a:schemeClr val="tx1"/>
                </a:solidFill>
              </a:rPr>
              <a:t>jednostki ceny: </a:t>
            </a:r>
          </a:p>
          <a:p>
            <a:pPr marL="0" indent="0" algn="ctr">
              <a:buFont typeface="Wingdings 3" panose="05040102010807070707" pitchFamily="18" charset="2"/>
              <a:buNone/>
            </a:pPr>
            <a:r>
              <a:rPr lang="pl-PL" dirty="0">
                <a:solidFill>
                  <a:schemeClr val="bg1"/>
                </a:solidFill>
              </a:rPr>
              <a:t>USD za 1 uncję</a:t>
            </a:r>
            <a:br>
              <a:rPr lang="pl-PL" dirty="0">
                <a:solidFill>
                  <a:schemeClr val="bg1"/>
                </a:solidFill>
              </a:rPr>
            </a:br>
            <a:r>
              <a:rPr lang="pl-PL" dirty="0">
                <a:solidFill>
                  <a:schemeClr val="bg1"/>
                </a:solidFill>
              </a:rPr>
              <a:t>USD za 1 gram</a:t>
            </a:r>
          </a:p>
          <a:p>
            <a:pPr marL="0" indent="0" algn="r">
              <a:buFont typeface="Wingdings 3" panose="05040102010807070707" pitchFamily="18" charset="2"/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47527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394A58-4A20-717A-DDEE-E081D794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5350933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Funkcjonalności interfejsu</a:t>
            </a:r>
          </a:p>
        </p:txBody>
      </p:sp>
      <p:pic>
        <p:nvPicPr>
          <p:cNvPr id="16" name="Symbol zastępczy zawartości 15">
            <a:extLst>
              <a:ext uri="{FF2B5EF4-FFF2-40B4-BE49-F238E27FC236}">
                <a16:creationId xmlns:a16="http://schemas.microsoft.com/office/drawing/2014/main" id="{290C0F90-8FDF-13E7-5BB0-2EF4D06DCD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09253" y="1249477"/>
            <a:ext cx="4487045" cy="2487384"/>
          </a:xfrm>
          <a:prstGeom prst="rect">
            <a:avLst/>
          </a:prstGeom>
        </p:spPr>
      </p:pic>
      <p:sp>
        <p:nvSpPr>
          <p:cNvPr id="12" name="Symbol zastępczy zawartości 2">
            <a:extLst>
              <a:ext uri="{FF2B5EF4-FFF2-40B4-BE49-F238E27FC236}">
                <a16:creationId xmlns:a16="http://schemas.microsoft.com/office/drawing/2014/main" id="{F9BAA800-7634-C22F-D06B-E287DB95937B}"/>
              </a:ext>
            </a:extLst>
          </p:cNvPr>
          <p:cNvSpPr txBox="1">
            <a:spLocks/>
          </p:cNvSpPr>
          <p:nvPr/>
        </p:nvSpPr>
        <p:spPr>
          <a:xfrm>
            <a:off x="5396298" y="1665073"/>
            <a:ext cx="6103459" cy="2071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pl-PL" b="1" dirty="0"/>
              <a:t>Tryb szybki (zalecany):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pl-PL" dirty="0"/>
              <a:t>Nie przeszukuje pełnej siatki parametrów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pl-PL" dirty="0"/>
              <a:t>Wybiera tylko kilka najlepszych wariantów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pl-PL" dirty="0"/>
              <a:t>Znacznie skraca czas trenowania modelu</a:t>
            </a: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F3CFA7EE-EA93-BBF3-41DE-55A8A12B6FF2}"/>
              </a:ext>
            </a:extLst>
          </p:cNvPr>
          <p:cNvCxnSpPr>
            <a:cxnSpLocks/>
          </p:cNvCxnSpPr>
          <p:nvPr/>
        </p:nvCxnSpPr>
        <p:spPr>
          <a:xfrm>
            <a:off x="549919" y="3363457"/>
            <a:ext cx="3593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10AFF871-4011-C19B-451A-0AD14DD53D2C}"/>
              </a:ext>
            </a:extLst>
          </p:cNvPr>
          <p:cNvSpPr txBox="1"/>
          <p:nvPr/>
        </p:nvSpPr>
        <p:spPr>
          <a:xfrm>
            <a:off x="5396296" y="1249477"/>
            <a:ext cx="610345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pl-PL" sz="2800" b="1" dirty="0"/>
              <a:t>Trenowanie modelu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5B3DD80C-53E2-81FE-012F-CA7D10DA7CDD}"/>
              </a:ext>
            </a:extLst>
          </p:cNvPr>
          <p:cNvSpPr txBox="1"/>
          <p:nvPr/>
        </p:nvSpPr>
        <p:spPr>
          <a:xfrm>
            <a:off x="5987495" y="3870872"/>
            <a:ext cx="610346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pl-PL" b="1" dirty="0">
                <a:solidFill>
                  <a:schemeClr val="accent4">
                    <a:lumMod val="50000"/>
                  </a:schemeClr>
                </a:solidFill>
              </a:rPr>
              <a:t>Zalety</a:t>
            </a:r>
            <a:r>
              <a:rPr lang="pl-PL" dirty="0">
                <a:solidFill>
                  <a:schemeClr val="accent4">
                    <a:lumMod val="50000"/>
                  </a:schemeClr>
                </a:solidFill>
              </a:rPr>
              <a:t>: Znacznie szybsze działanie</a:t>
            </a: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A3CEF974-8B9F-12FB-06C2-E27B9A9B70F9}"/>
              </a:ext>
            </a:extLst>
          </p:cNvPr>
          <p:cNvSpPr txBox="1"/>
          <p:nvPr/>
        </p:nvSpPr>
        <p:spPr>
          <a:xfrm>
            <a:off x="101045" y="3870872"/>
            <a:ext cx="610346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pl-PL" b="1" dirty="0">
                <a:solidFill>
                  <a:schemeClr val="accent6"/>
                </a:solidFill>
              </a:rPr>
              <a:t>Wady</a:t>
            </a:r>
            <a:r>
              <a:rPr lang="pl-PL" dirty="0">
                <a:solidFill>
                  <a:schemeClr val="accent6"/>
                </a:solidFill>
              </a:rPr>
              <a:t>: minimalnie mniejsza dokładność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4B0FC-208B-DB64-2BAA-BAAC13B6C61F}"/>
              </a:ext>
            </a:extLst>
          </p:cNvPr>
          <p:cNvSpPr txBox="1"/>
          <p:nvPr/>
        </p:nvSpPr>
        <p:spPr>
          <a:xfrm>
            <a:off x="1258432" y="3189219"/>
            <a:ext cx="352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rgbClr val="FF0000"/>
                </a:solidFill>
              </a:rPr>
              <a:t>Tryb szybki (zalecany)</a:t>
            </a:r>
          </a:p>
        </p:txBody>
      </p:sp>
    </p:spTree>
    <p:extLst>
      <p:ext uri="{BB962C8B-B14F-4D97-AF65-F5344CB8AC3E}">
        <p14:creationId xmlns:p14="http://schemas.microsoft.com/office/powerpoint/2010/main" val="2195375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65E47-AF82-406B-9984-E4B79EDB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F6EE2D-BBAB-F27F-729D-BDFC9BEB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5350933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pl-PL" dirty="0" err="1"/>
              <a:t>FunkcjonalnośCi</a:t>
            </a:r>
            <a:r>
              <a:rPr lang="pl-PL" dirty="0"/>
              <a:t> interfejsu</a:t>
            </a:r>
          </a:p>
        </p:txBody>
      </p:sp>
      <p:pic>
        <p:nvPicPr>
          <p:cNvPr id="16" name="Symbol zastępczy zawartości 15">
            <a:extLst>
              <a:ext uri="{FF2B5EF4-FFF2-40B4-BE49-F238E27FC236}">
                <a16:creationId xmlns:a16="http://schemas.microsoft.com/office/drawing/2014/main" id="{FD2FA93F-C956-78E3-73E6-C3517F3DC2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09253" y="1249477"/>
            <a:ext cx="4487045" cy="2487384"/>
          </a:xfrm>
          <a:prstGeom prst="rect">
            <a:avLst/>
          </a:prstGeom>
        </p:spPr>
      </p:pic>
      <p:sp>
        <p:nvSpPr>
          <p:cNvPr id="12" name="Symbol zastępczy zawartości 2">
            <a:extLst>
              <a:ext uri="{FF2B5EF4-FFF2-40B4-BE49-F238E27FC236}">
                <a16:creationId xmlns:a16="http://schemas.microsoft.com/office/drawing/2014/main" id="{BE950A97-8313-7CFD-AA85-DFBA49EA9192}"/>
              </a:ext>
            </a:extLst>
          </p:cNvPr>
          <p:cNvSpPr txBox="1">
            <a:spLocks/>
          </p:cNvSpPr>
          <p:nvPr/>
        </p:nvSpPr>
        <p:spPr>
          <a:xfrm>
            <a:off x="5396298" y="1665073"/>
            <a:ext cx="6103460" cy="2071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pl-PL" dirty="0">
                <a:solidFill>
                  <a:schemeClr val="bg1"/>
                </a:solidFill>
              </a:rPr>
              <a:t>Dane tygodniowe (szybciej):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pl-PL" dirty="0">
                <a:solidFill>
                  <a:schemeClr val="bg1"/>
                </a:solidFill>
              </a:rPr>
              <a:t>Dane dzienne przekształcane na tygodniowe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pl-PL" dirty="0">
                <a:solidFill>
                  <a:schemeClr val="bg1"/>
                </a:solidFill>
              </a:rPr>
              <a:t>Zmniejsza liczbę danych o około 5x → szybsze trenowanie kosztem szczegółowości</a:t>
            </a: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F5D8B9DF-4B9F-C1A7-37CE-06AF833FA3A1}"/>
              </a:ext>
            </a:extLst>
          </p:cNvPr>
          <p:cNvCxnSpPr>
            <a:cxnSpLocks/>
          </p:cNvCxnSpPr>
          <p:nvPr/>
        </p:nvCxnSpPr>
        <p:spPr>
          <a:xfrm>
            <a:off x="549919" y="3587261"/>
            <a:ext cx="3593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0EB20570-08DC-1F28-CC96-60E1E7935CED}"/>
              </a:ext>
            </a:extLst>
          </p:cNvPr>
          <p:cNvSpPr txBox="1"/>
          <p:nvPr/>
        </p:nvSpPr>
        <p:spPr>
          <a:xfrm>
            <a:off x="5396296" y="1249477"/>
            <a:ext cx="610345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pl-PL" sz="2800" b="1" dirty="0"/>
              <a:t>Trenowanie modelu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B63AA19-E30A-C99B-2C96-55C5E2F19970}"/>
              </a:ext>
            </a:extLst>
          </p:cNvPr>
          <p:cNvSpPr txBox="1"/>
          <p:nvPr/>
        </p:nvSpPr>
        <p:spPr>
          <a:xfrm>
            <a:off x="101045" y="3884154"/>
            <a:ext cx="610346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l-PL" b="1" dirty="0">
                <a:solidFill>
                  <a:srgbClr val="FF0000"/>
                </a:solidFill>
              </a:rPr>
              <a:t>Wady: mniejsza szczegółowość danych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8ABD8BF-A189-E798-421E-3E40DD50F096}"/>
              </a:ext>
            </a:extLst>
          </p:cNvPr>
          <p:cNvSpPr txBox="1"/>
          <p:nvPr/>
        </p:nvSpPr>
        <p:spPr>
          <a:xfrm>
            <a:off x="5645971" y="3884154"/>
            <a:ext cx="610665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l-PL" b="1" dirty="0">
                <a:solidFill>
                  <a:schemeClr val="accent4">
                    <a:lumMod val="50000"/>
                  </a:schemeClr>
                </a:solidFill>
              </a:rPr>
              <a:t>Zalety: dużo szybsze trenowanie modelu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D1425-3BB0-A5CB-0D1B-17070338601D}"/>
              </a:ext>
            </a:extLst>
          </p:cNvPr>
          <p:cNvSpPr txBox="1"/>
          <p:nvPr/>
        </p:nvSpPr>
        <p:spPr>
          <a:xfrm>
            <a:off x="1268587" y="3448761"/>
            <a:ext cx="352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rgbClr val="FF0000"/>
                </a:solidFill>
              </a:rPr>
              <a:t>Dane tygodniowe (szybciej)</a:t>
            </a:r>
          </a:p>
        </p:txBody>
      </p:sp>
    </p:spTree>
    <p:extLst>
      <p:ext uri="{BB962C8B-B14F-4D97-AF65-F5344CB8AC3E}">
        <p14:creationId xmlns:p14="http://schemas.microsoft.com/office/powerpoint/2010/main" val="1965840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34E427-77EF-7E85-96C1-F2E13450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454" y="4988638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 err="1"/>
              <a:t>Funkcjonalności</a:t>
            </a:r>
            <a:r>
              <a:rPr lang="en-US" dirty="0"/>
              <a:t> </a:t>
            </a:r>
            <a:r>
              <a:rPr lang="en-US" dirty="0" err="1"/>
              <a:t>interfejsu</a:t>
            </a:r>
            <a:endParaRPr lang="en-US" dirty="0"/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38EA5C1A-1DCE-2ADF-7E5B-4C351E77F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239" y="1115828"/>
            <a:ext cx="5304759" cy="2811522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94817D-F1AA-0E30-3CFC-44FF489FD5CB}"/>
              </a:ext>
            </a:extLst>
          </p:cNvPr>
          <p:cNvSpPr txBox="1">
            <a:spLocks/>
          </p:cNvSpPr>
          <p:nvPr/>
        </p:nvSpPr>
        <p:spPr>
          <a:xfrm>
            <a:off x="6499654" y="733647"/>
            <a:ext cx="4419171" cy="35758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>
                <a:solidFill>
                  <a:schemeClr val="bg1"/>
                </a:solidFill>
              </a:rPr>
              <a:t>Wybór </a:t>
            </a:r>
            <a:r>
              <a:rPr lang="en-US" dirty="0" err="1">
                <a:solidFill>
                  <a:schemeClr val="bg1"/>
                </a:solidFill>
              </a:rPr>
              <a:t>źródła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ceny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0" indent="0"/>
            <a:r>
              <a:rPr lang="en-US" dirty="0">
                <a:solidFill>
                  <a:schemeClr val="bg1"/>
                </a:solidFill>
              </a:rPr>
              <a:t>Cena </a:t>
            </a:r>
            <a:r>
              <a:rPr lang="en-US" dirty="0" err="1">
                <a:solidFill>
                  <a:schemeClr val="bg1"/>
                </a:solidFill>
              </a:rPr>
              <a:t>rynkowa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złota</a:t>
            </a:r>
            <a:r>
              <a:rPr lang="en-US" dirty="0">
                <a:solidFill>
                  <a:schemeClr val="bg1"/>
                </a:solidFill>
              </a:rPr>
              <a:t> (USD)</a:t>
            </a:r>
          </a:p>
          <a:p>
            <a:pPr marL="0" indent="0"/>
            <a:r>
              <a:rPr lang="en-US" dirty="0" err="1">
                <a:solidFill>
                  <a:schemeClr val="bg1"/>
                </a:solidFill>
              </a:rPr>
              <a:t>pobiera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cenę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rynkową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złota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notowaną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giełdzie</a:t>
            </a:r>
            <a:r>
              <a:rPr lang="en-US" dirty="0">
                <a:solidFill>
                  <a:schemeClr val="bg1"/>
                </a:solidFill>
              </a:rPr>
              <a:t> w USA</a:t>
            </a:r>
          </a:p>
          <a:p>
            <a:pPr marL="0" indent="0"/>
            <a:r>
              <a:rPr lang="en-US" dirty="0" err="1">
                <a:solidFill>
                  <a:schemeClr val="bg1"/>
                </a:solidFill>
              </a:rPr>
              <a:t>Fundusz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inwestycyjny</a:t>
            </a:r>
            <a:r>
              <a:rPr lang="en-US" dirty="0">
                <a:solidFill>
                  <a:schemeClr val="bg1"/>
                </a:solidFill>
              </a:rPr>
              <a:t> ETF w </a:t>
            </a:r>
            <a:r>
              <a:rPr lang="en-US" dirty="0" err="1">
                <a:solidFill>
                  <a:schemeClr val="bg1"/>
                </a:solidFill>
              </a:rPr>
              <a:t>złoto</a:t>
            </a:r>
            <a:endParaRPr lang="en-US" dirty="0">
              <a:solidFill>
                <a:schemeClr val="bg1"/>
              </a:solidFill>
            </a:endParaRPr>
          </a:p>
          <a:p>
            <a:pPr marL="0" indent="0"/>
            <a:r>
              <a:rPr lang="en-US" dirty="0" err="1">
                <a:solidFill>
                  <a:schemeClr val="bg1"/>
                </a:solidFill>
              </a:rPr>
              <a:t>Pobiera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cenę</a:t>
            </a:r>
            <a:r>
              <a:rPr lang="en-US" dirty="0">
                <a:solidFill>
                  <a:schemeClr val="bg1"/>
                </a:solidFill>
              </a:rPr>
              <a:t> ETF</a:t>
            </a:r>
          </a:p>
        </p:txBody>
      </p:sp>
    </p:spTree>
    <p:extLst>
      <p:ext uri="{BB962C8B-B14F-4D97-AF65-F5344CB8AC3E}">
        <p14:creationId xmlns:p14="http://schemas.microsoft.com/office/powerpoint/2010/main" val="811811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C984C-F876-2E4B-A09F-07E0FAE80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C06A5D-3DBC-224A-8F10-5F5536C5A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pl-PL" sz="4400" b="1" dirty="0" err="1"/>
              <a:t>Bilbioteki</a:t>
            </a:r>
            <a:r>
              <a:rPr lang="pl-PL" sz="4400" b="1" dirty="0"/>
              <a:t> i narzędzia użyte w aplikacji</a:t>
            </a:r>
          </a:p>
        </p:txBody>
      </p:sp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7FC2A726-303F-259C-A161-6F94113A2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332" y="176647"/>
            <a:ext cx="1754376" cy="17543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5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054" name="Picture 6" descr="Brand • Streamlit">
            <a:extLst>
              <a:ext uri="{FF2B5EF4-FFF2-40B4-BE49-F238E27FC236}">
                <a16:creationId xmlns:a16="http://schemas.microsoft.com/office/drawing/2014/main" id="{C8FCBF2A-BD9B-7221-4F54-8890A26FF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0" y="2852213"/>
            <a:ext cx="2114198" cy="12369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5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B2E96635-F5CF-06B1-BAFE-11C89EB8D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9243" y="2999340"/>
            <a:ext cx="2329337" cy="9426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5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062" name="Picture 14" descr="Numpy">
            <a:extLst>
              <a:ext uri="{FF2B5EF4-FFF2-40B4-BE49-F238E27FC236}">
                <a16:creationId xmlns:a16="http://schemas.microsoft.com/office/drawing/2014/main" id="{0CACB99B-4596-8BB5-2273-930122E5F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03" y="248082"/>
            <a:ext cx="1883152" cy="188315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5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AutoShape 20" descr="matplotlib.markers — Matplotlib 3.2.2 documentation">
            <a:extLst>
              <a:ext uri="{FF2B5EF4-FFF2-40B4-BE49-F238E27FC236}">
                <a16:creationId xmlns:a16="http://schemas.microsoft.com/office/drawing/2014/main" id="{92B9384C-B3B5-7288-70BE-576D21DF22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4929" y="1757929"/>
            <a:ext cx="1823471" cy="182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2076" name="Picture 28" descr="Matplotlib: Zero to Hero. Created by materialdatascience A.I.GPT… | by  Material Data Science | Medium">
            <a:extLst>
              <a:ext uri="{FF2B5EF4-FFF2-40B4-BE49-F238E27FC236}">
                <a16:creationId xmlns:a16="http://schemas.microsoft.com/office/drawing/2014/main" id="{396C4BDD-B8DD-6A38-B293-7AEA4D426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067" y="726391"/>
            <a:ext cx="2795687" cy="9318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5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078" name="Picture 30" descr="Time Series Forecasting in Python">
            <a:extLst>
              <a:ext uri="{FF2B5EF4-FFF2-40B4-BE49-F238E27FC236}">
                <a16:creationId xmlns:a16="http://schemas.microsoft.com/office/drawing/2014/main" id="{A34C1713-F495-770C-E43E-110AFF7D6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421" y="2550477"/>
            <a:ext cx="2114198" cy="15386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5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91948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CA6826-032C-4799-B079-15DB2A6C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33BAF5A-2757-E765-A89F-170EB95A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pl-PL" dirty="0" err="1"/>
              <a:t>Python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101977F-7020-D85C-494A-7F9063A6F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604906" cy="3615267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Odpowiada za cały </a:t>
            </a:r>
            <a:r>
              <a:rPr lang="pl-PL" dirty="0" err="1">
                <a:solidFill>
                  <a:schemeClr val="bg1"/>
                </a:solidFill>
              </a:rPr>
              <a:t>backend</a:t>
            </a:r>
            <a:r>
              <a:rPr lang="pl-PL" dirty="0">
                <a:solidFill>
                  <a:schemeClr val="bg1"/>
                </a:solidFill>
              </a:rPr>
              <a:t> aplikacji (logikę, przetwarzanie danych)</a:t>
            </a:r>
          </a:p>
          <a:p>
            <a:r>
              <a:rPr lang="pl-PL" dirty="0">
                <a:solidFill>
                  <a:schemeClr val="bg1"/>
                </a:solidFill>
              </a:rPr>
              <a:t>Zarządza obróbką danych przy użyciu </a:t>
            </a:r>
            <a:r>
              <a:rPr lang="pl-PL" dirty="0" err="1">
                <a:solidFill>
                  <a:schemeClr val="bg1"/>
                </a:solidFill>
              </a:rPr>
              <a:t>NumPy</a:t>
            </a:r>
            <a:r>
              <a:rPr lang="pl-PL" dirty="0">
                <a:solidFill>
                  <a:schemeClr val="bg1"/>
                </a:solidFill>
              </a:rPr>
              <a:t> i </a:t>
            </a:r>
            <a:r>
              <a:rPr lang="pl-PL" dirty="0" err="1">
                <a:solidFill>
                  <a:schemeClr val="bg1"/>
                </a:solidFill>
              </a:rPr>
              <a:t>pandas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Łatwa integracja z API (Yahoo Finance)</a:t>
            </a:r>
          </a:p>
          <a:p>
            <a:r>
              <a:rPr lang="pl-PL" dirty="0">
                <a:solidFill>
                  <a:schemeClr val="bg1"/>
                </a:solidFill>
              </a:rPr>
              <a:t>Implementacja modelu prognozującego SARIMA (biblioteka </a:t>
            </a:r>
            <a:r>
              <a:rPr lang="pl-PL" dirty="0" err="1">
                <a:solidFill>
                  <a:schemeClr val="bg1"/>
                </a:solidFill>
              </a:rPr>
              <a:t>statsmodels</a:t>
            </a:r>
            <a:r>
              <a:rPr lang="pl-PL" dirty="0">
                <a:solidFill>
                  <a:schemeClr val="bg1"/>
                </a:solidFill>
              </a:rPr>
              <a:t>)</a:t>
            </a:r>
          </a:p>
          <a:p>
            <a:r>
              <a:rPr lang="pl-PL" dirty="0">
                <a:solidFill>
                  <a:schemeClr val="bg1"/>
                </a:solidFill>
              </a:rPr>
              <a:t>Pozwala tworzyć prosty interfejs użytkownika (</a:t>
            </a:r>
            <a:r>
              <a:rPr lang="pl-PL" dirty="0" err="1">
                <a:solidFill>
                  <a:schemeClr val="bg1"/>
                </a:solidFill>
              </a:rPr>
              <a:t>Streamlit</a:t>
            </a:r>
            <a:r>
              <a:rPr lang="pl-PL" dirty="0">
                <a:solidFill>
                  <a:schemeClr val="bg1"/>
                </a:solidFill>
              </a:rPr>
              <a:t>)</a:t>
            </a:r>
          </a:p>
          <a:p>
            <a:r>
              <a:rPr lang="pl-PL" dirty="0">
                <a:solidFill>
                  <a:schemeClr val="bg1"/>
                </a:solidFill>
              </a:rPr>
              <a:t>Idealny do szybkiego prototypowania aplikacji analitycznych</a:t>
            </a:r>
          </a:p>
          <a:p>
            <a:endParaRPr lang="pl-PL" dirty="0"/>
          </a:p>
        </p:txBody>
      </p:sp>
      <p:pic>
        <p:nvPicPr>
          <p:cNvPr id="4" name="Picture 4" descr="Python (programming language) - Wikipedia">
            <a:extLst>
              <a:ext uri="{FF2B5EF4-FFF2-40B4-BE49-F238E27FC236}">
                <a16:creationId xmlns:a16="http://schemas.microsoft.com/office/drawing/2014/main" id="{FCFBAFBD-1926-0E83-8504-6A7F2DD0E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13224" y="486356"/>
            <a:ext cx="1618776" cy="16187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D58A807-BD0E-4B1D-A523-2F20E7FE2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C82FD88-0436-4D5C-B5A2-7B9019194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706DBD-9DBD-49D6-80EB-C896096D2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51C7442-3F0F-49E3-9389-D6B4BAE14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614368-43A5-4794-BA71-09F8585F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F42B96B-0C70-40CB-A027-175F2A16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860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39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B54BA8-194F-7ECC-D281-D713927C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Pandas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BB38459-6C40-AD50-A782-11D2DE330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164638" cy="3615267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Biblioteka do analizy i prezentowania danych w języku </a:t>
            </a:r>
            <a:r>
              <a:rPr lang="pl-PL" dirty="0" err="1">
                <a:solidFill>
                  <a:schemeClr val="bg1"/>
                </a:solidFill>
              </a:rPr>
              <a:t>python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Łatwa integracja z kodem w </a:t>
            </a:r>
            <a:r>
              <a:rPr lang="pl-PL" dirty="0" err="1">
                <a:solidFill>
                  <a:schemeClr val="bg1"/>
                </a:solidFill>
              </a:rPr>
              <a:t>pythonie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Ułatwia pracę z tabelami oraz szeregami czasowymi (</a:t>
            </a:r>
            <a:r>
              <a:rPr lang="pl-PL" dirty="0" err="1">
                <a:solidFill>
                  <a:schemeClr val="bg1"/>
                </a:solidFill>
              </a:rPr>
              <a:t>DataFrame</a:t>
            </a:r>
            <a:r>
              <a:rPr lang="pl-PL" dirty="0">
                <a:solidFill>
                  <a:schemeClr val="bg1"/>
                </a:solidFill>
              </a:rPr>
              <a:t>)</a:t>
            </a:r>
          </a:p>
          <a:p>
            <a:r>
              <a:rPr lang="pl-PL" dirty="0">
                <a:solidFill>
                  <a:schemeClr val="bg1"/>
                </a:solidFill>
              </a:rPr>
              <a:t>Przygotowuje dane z API (czyszczenie, filtrowanie, konwersja dat)</a:t>
            </a:r>
          </a:p>
          <a:p>
            <a:r>
              <a:rPr lang="pl-PL" dirty="0">
                <a:solidFill>
                  <a:schemeClr val="bg1"/>
                </a:solidFill>
              </a:rPr>
              <a:t>Łatwe tworzenie danych wejściowych dla modeli prognozujących</a:t>
            </a:r>
          </a:p>
          <a:p>
            <a:r>
              <a:rPr lang="pl-PL" dirty="0">
                <a:solidFill>
                  <a:schemeClr val="bg1"/>
                </a:solidFill>
              </a:rPr>
              <a:t>Pozwala łatwo tworzyć dane wejściowe dla modelu SARIMA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1F141D8-EF00-95D3-4449-B95626201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923" y="685800"/>
            <a:ext cx="2328874" cy="9449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63839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8DBA75-2D38-EF2B-EBA4-A120FA37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Statsmodels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DD539C-388C-DD88-FC29-B6789136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Biblioteka do statystyki i ekonometrii w </a:t>
            </a:r>
            <a:r>
              <a:rPr lang="pl-PL" dirty="0" err="1">
                <a:solidFill>
                  <a:schemeClr val="bg1"/>
                </a:solidFill>
              </a:rPr>
              <a:t>pythonie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Zawiera implementację modelu SARIMA użytego w projekcie</a:t>
            </a:r>
          </a:p>
          <a:p>
            <a:r>
              <a:rPr lang="pl-PL" dirty="0">
                <a:solidFill>
                  <a:schemeClr val="bg1"/>
                </a:solidFill>
              </a:rPr>
              <a:t>Umożliwia trenowanie modeli prognozujących na danych czasowych</a:t>
            </a:r>
          </a:p>
          <a:p>
            <a:r>
              <a:rPr lang="pl-PL" dirty="0">
                <a:solidFill>
                  <a:schemeClr val="bg1"/>
                </a:solidFill>
              </a:rPr>
              <a:t>Automatycznie dopasowanie parametrów modelu</a:t>
            </a:r>
          </a:p>
          <a:p>
            <a:r>
              <a:rPr lang="pl-PL" dirty="0">
                <a:solidFill>
                  <a:schemeClr val="bg1"/>
                </a:solidFill>
              </a:rPr>
              <a:t>Integruje się z </a:t>
            </a:r>
            <a:r>
              <a:rPr lang="pl-PL" dirty="0" err="1">
                <a:solidFill>
                  <a:schemeClr val="bg1"/>
                </a:solidFill>
              </a:rPr>
              <a:t>NumPy</a:t>
            </a:r>
            <a:r>
              <a:rPr lang="pl-PL" dirty="0">
                <a:solidFill>
                  <a:schemeClr val="bg1"/>
                </a:solidFill>
              </a:rPr>
              <a:t> i </a:t>
            </a:r>
            <a:r>
              <a:rPr lang="pl-PL" dirty="0" err="1">
                <a:solidFill>
                  <a:schemeClr val="bg1"/>
                </a:solidFill>
              </a:rPr>
              <a:t>pandas</a:t>
            </a:r>
            <a:r>
              <a:rPr lang="pl-PL" dirty="0">
                <a:solidFill>
                  <a:schemeClr val="bg1"/>
                </a:solidFill>
              </a:rPr>
              <a:t> co ułatwia pracę z danymi</a:t>
            </a:r>
          </a:p>
          <a:p>
            <a:r>
              <a:rPr lang="pl-PL" dirty="0">
                <a:solidFill>
                  <a:schemeClr val="bg1"/>
                </a:solidFill>
              </a:rPr>
              <a:t>Posiada narzędzia diagnostyczne do oceny jakości modelu</a:t>
            </a:r>
          </a:p>
        </p:txBody>
      </p:sp>
      <p:pic>
        <p:nvPicPr>
          <p:cNvPr id="4" name="Picture 30" descr="Time Series Forecasting in Python">
            <a:extLst>
              <a:ext uri="{FF2B5EF4-FFF2-40B4-BE49-F238E27FC236}">
                <a16:creationId xmlns:a16="http://schemas.microsoft.com/office/drawing/2014/main" id="{F166D32A-843B-16C9-5E99-A25B64F4A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3590" y="524043"/>
            <a:ext cx="2114198" cy="14094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74507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749E-923F-F203-5EDB-30B0585B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FFE410-10C1-38CA-75F1-642DD49A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streamlit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56D248-727B-1ED8-C67E-AF7A579DB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164638" cy="3615267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Framework do budowy prostych aplikacji webowych w </a:t>
            </a:r>
            <a:r>
              <a:rPr lang="pl-PL" dirty="0" err="1">
                <a:solidFill>
                  <a:schemeClr val="bg1"/>
                </a:solidFill>
              </a:rPr>
              <a:t>pythonie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Umożliwia łatwe tworzenie prostego interfejsu użytkownika</a:t>
            </a:r>
          </a:p>
          <a:p>
            <a:r>
              <a:rPr lang="pl-PL" dirty="0">
                <a:solidFill>
                  <a:schemeClr val="bg1"/>
                </a:solidFill>
              </a:rPr>
              <a:t>Łatwa integracja z </a:t>
            </a:r>
            <a:r>
              <a:rPr lang="pl-PL" dirty="0" err="1">
                <a:solidFill>
                  <a:schemeClr val="bg1"/>
                </a:solidFill>
              </a:rPr>
              <a:t>pyndas</a:t>
            </a:r>
            <a:r>
              <a:rPr lang="pl-PL" dirty="0">
                <a:solidFill>
                  <a:schemeClr val="bg1"/>
                </a:solidFill>
              </a:rPr>
              <a:t> i </a:t>
            </a:r>
            <a:r>
              <a:rPr lang="pl-PL" dirty="0" err="1">
                <a:solidFill>
                  <a:schemeClr val="bg1"/>
                </a:solidFill>
              </a:rPr>
              <a:t>matplotlib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W projekcie odpowiada za widok aplikacji GoldPredict:</a:t>
            </a:r>
          </a:p>
          <a:p>
            <a:pPr lvl="1"/>
            <a:r>
              <a:rPr lang="pl-PL" dirty="0">
                <a:solidFill>
                  <a:schemeClr val="bg1"/>
                </a:solidFill>
              </a:rPr>
              <a:t>Pola wyboru dat i jednostek</a:t>
            </a:r>
          </a:p>
          <a:p>
            <a:pPr lvl="1"/>
            <a:r>
              <a:rPr lang="pl-PL" dirty="0">
                <a:solidFill>
                  <a:schemeClr val="bg1"/>
                </a:solidFill>
              </a:rPr>
              <a:t>Przycisk „Prognozuj”</a:t>
            </a:r>
          </a:p>
          <a:p>
            <a:pPr lvl="1"/>
            <a:r>
              <a:rPr lang="pl-PL" dirty="0">
                <a:solidFill>
                  <a:schemeClr val="bg1"/>
                </a:solidFill>
              </a:rPr>
              <a:t>Panel wyniku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6C66428-980D-F8BE-B104-67F284CBE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389" y="354950"/>
            <a:ext cx="2109399" cy="123759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44649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4AF618-4BAE-50A0-B538-FAC13C9A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Numpy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C5DE5CD-1F31-761E-6667-C1BD706E9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9001656" cy="3615267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Podstawowa biblioteka w języku </a:t>
            </a:r>
            <a:r>
              <a:rPr lang="pl-PL" dirty="0" err="1">
                <a:solidFill>
                  <a:schemeClr val="bg1"/>
                </a:solidFill>
              </a:rPr>
              <a:t>python</a:t>
            </a:r>
            <a:r>
              <a:rPr lang="pl-PL" dirty="0">
                <a:solidFill>
                  <a:schemeClr val="bg1"/>
                </a:solidFill>
              </a:rPr>
              <a:t> do obliczeń numerycznych</a:t>
            </a:r>
          </a:p>
          <a:p>
            <a:r>
              <a:rPr lang="pl-PL" dirty="0">
                <a:solidFill>
                  <a:schemeClr val="bg1"/>
                </a:solidFill>
              </a:rPr>
              <a:t>W projekcie przyspiesza obliczenia modelu SARIMA</a:t>
            </a:r>
          </a:p>
          <a:p>
            <a:r>
              <a:rPr lang="pl-PL" dirty="0">
                <a:solidFill>
                  <a:schemeClr val="bg1"/>
                </a:solidFill>
              </a:rPr>
              <a:t>Umożliwia szybkie operacje na dużych zbiorach danych</a:t>
            </a:r>
          </a:p>
          <a:p>
            <a:r>
              <a:rPr lang="pl-PL" dirty="0">
                <a:solidFill>
                  <a:schemeClr val="bg1"/>
                </a:solidFill>
              </a:rPr>
              <a:t>Dobrze współpracuje z </a:t>
            </a:r>
            <a:r>
              <a:rPr lang="pl-PL" dirty="0" err="1">
                <a:solidFill>
                  <a:schemeClr val="bg1"/>
                </a:solidFill>
              </a:rPr>
              <a:t>Pandas</a:t>
            </a:r>
            <a:r>
              <a:rPr lang="pl-PL" dirty="0">
                <a:solidFill>
                  <a:schemeClr val="bg1"/>
                </a:solidFill>
              </a:rPr>
              <a:t> i </a:t>
            </a:r>
            <a:r>
              <a:rPr lang="pl-PL" dirty="0" err="1">
                <a:solidFill>
                  <a:schemeClr val="bg1"/>
                </a:solidFill>
              </a:rPr>
              <a:t>Statsmodels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Przyspiesza działanie aplikacji dzięki optymalizacji obliczeń</a:t>
            </a:r>
          </a:p>
        </p:txBody>
      </p:sp>
      <p:pic>
        <p:nvPicPr>
          <p:cNvPr id="4" name="Picture 14" descr="Numpy">
            <a:extLst>
              <a:ext uri="{FF2B5EF4-FFF2-40B4-BE49-F238E27FC236}">
                <a16:creationId xmlns:a16="http://schemas.microsoft.com/office/drawing/2014/main" id="{F67433F7-59F1-A7DA-6372-A22D46171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108" y="420096"/>
            <a:ext cx="1679680" cy="16796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54232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46390A-EBAE-91EC-94AF-414A78B9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matplotlib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7317FD0-2B17-34C2-C0FA-43CA4B737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877108" cy="3615267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Biblioteka do tworzenia wykresów w </a:t>
            </a:r>
            <a:r>
              <a:rPr lang="pl-PL" dirty="0" err="1">
                <a:solidFill>
                  <a:schemeClr val="bg1"/>
                </a:solidFill>
              </a:rPr>
              <a:t>Pythonie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Umożliwia wizualizację danych finansowych pobranych z API</a:t>
            </a:r>
          </a:p>
          <a:p>
            <a:r>
              <a:rPr lang="pl-PL" dirty="0">
                <a:solidFill>
                  <a:schemeClr val="bg1"/>
                </a:solidFill>
              </a:rPr>
              <a:t>Pozwala przedstawić wynik modelu SARIMA w formie czytelnych wykresów</a:t>
            </a:r>
          </a:p>
          <a:p>
            <a:r>
              <a:rPr lang="pl-PL" dirty="0">
                <a:solidFill>
                  <a:schemeClr val="bg1"/>
                </a:solidFill>
              </a:rPr>
              <a:t>Łatwa integracja ze </a:t>
            </a:r>
            <a:r>
              <a:rPr lang="pl-PL" dirty="0" err="1">
                <a:solidFill>
                  <a:schemeClr val="bg1"/>
                </a:solidFill>
              </a:rPr>
              <a:t>Streamlit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Pomaga analizować trendy, sezonowość oraz jakość prognoz</a:t>
            </a:r>
          </a:p>
        </p:txBody>
      </p:sp>
      <p:pic>
        <p:nvPicPr>
          <p:cNvPr id="4" name="Picture 28" descr="Matplotlib: Zero to Hero. Created by materialdatascience A.I.GPT… | by  Material Data Science | Medium">
            <a:extLst>
              <a:ext uri="{FF2B5EF4-FFF2-40B4-BE49-F238E27FC236}">
                <a16:creationId xmlns:a16="http://schemas.microsoft.com/office/drawing/2014/main" id="{2F01E83C-F559-EF3D-A815-1792220C3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0828" y="560213"/>
            <a:ext cx="1976959" cy="6589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26930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77BA24-53B1-321E-5FFF-F775A239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pl-PL" dirty="0"/>
              <a:t>podsumowanie</a:t>
            </a:r>
          </a:p>
        </p:txBody>
      </p:sp>
      <p:graphicFrame>
        <p:nvGraphicFramePr>
          <p:cNvPr id="6" name="Symbol zastępczy zawartości 2">
            <a:extLst>
              <a:ext uri="{FF2B5EF4-FFF2-40B4-BE49-F238E27FC236}">
                <a16:creationId xmlns:a16="http://schemas.microsoft.com/office/drawing/2014/main" id="{E7F95505-5DB5-B7F2-A628-5623AF8320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71297"/>
              </p:ext>
            </p:extLst>
          </p:nvPr>
        </p:nvGraphicFramePr>
        <p:xfrm>
          <a:off x="684212" y="685800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3946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4122-B309-854D-FA13-1CB43A56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22" y="5148235"/>
            <a:ext cx="8534400" cy="1507067"/>
          </a:xfrm>
        </p:spPr>
        <p:txBody>
          <a:bodyPr/>
          <a:lstStyle/>
          <a:p>
            <a:r>
              <a:rPr lang="pl-PL" dirty="0"/>
              <a:t>Wymagania sprzętowe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D0FBA-9462-B6E7-3C79-94AEE29FE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013" y="380245"/>
            <a:ext cx="8534400" cy="53085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l-PL" sz="2500" b="1" dirty="0">
                <a:solidFill>
                  <a:schemeClr val="bg1"/>
                </a:solidFill>
              </a:rPr>
              <a:t>		Minimalne: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CPU: 2 rdzenie (x64), np. i3 / </a:t>
            </a:r>
            <a:r>
              <a:rPr lang="pl-PL" sz="2500" b="1" dirty="0" err="1">
                <a:solidFill>
                  <a:schemeClr val="bg1"/>
                </a:solidFill>
              </a:rPr>
              <a:t>Ryzen</a:t>
            </a:r>
            <a:r>
              <a:rPr lang="pl-PL" sz="2500" b="1" dirty="0">
                <a:solidFill>
                  <a:schemeClr val="bg1"/>
                </a:solidFill>
              </a:rPr>
              <a:t> 3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RAM: 4 GB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Dysk: min. 1 GB wolnego miejsca (</a:t>
            </a:r>
            <a:r>
              <a:rPr lang="pl-PL" sz="2500" b="1" dirty="0" err="1">
                <a:solidFill>
                  <a:schemeClr val="bg1"/>
                </a:solidFill>
              </a:rPr>
              <a:t>Python</a:t>
            </a:r>
            <a:r>
              <a:rPr lang="pl-PL" sz="2500" b="1" dirty="0">
                <a:solidFill>
                  <a:schemeClr val="bg1"/>
                </a:solidFill>
              </a:rPr>
              <a:t> + biblioteki + cache)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System: Windows 10/11 / Linux / </a:t>
            </a:r>
            <a:r>
              <a:rPr lang="pl-PL" sz="2500" b="1" dirty="0" err="1">
                <a:solidFill>
                  <a:schemeClr val="bg1"/>
                </a:solidFill>
              </a:rPr>
              <a:t>macOS</a:t>
            </a:r>
            <a:endParaRPr lang="pl-PL" sz="2500" b="1" dirty="0">
              <a:solidFill>
                <a:schemeClr val="bg1"/>
              </a:solidFill>
            </a:endParaRP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Sieć: dostęp do </a:t>
            </a:r>
            <a:r>
              <a:rPr lang="pl-PL" sz="2500" b="1" dirty="0" err="1">
                <a:solidFill>
                  <a:schemeClr val="bg1"/>
                </a:solidFill>
              </a:rPr>
              <a:t>internetu</a:t>
            </a:r>
            <a:r>
              <a:rPr lang="pl-PL" sz="2500" b="1" dirty="0">
                <a:solidFill>
                  <a:schemeClr val="bg1"/>
                </a:solidFill>
              </a:rPr>
              <a:t> (pobieranie danych z Yahoo Finance)</a:t>
            </a:r>
          </a:p>
          <a:p>
            <a:pPr marL="0" indent="0">
              <a:buNone/>
            </a:pPr>
            <a:r>
              <a:rPr lang="pl-PL" sz="2500" b="1" dirty="0">
                <a:solidFill>
                  <a:schemeClr val="bg1"/>
                </a:solidFill>
              </a:rPr>
              <a:t>		Zalecane: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CPU: 4+ rdzenie, 2.5 GHz+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RAM: 8 GB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Dysk: 2 GB wolnego miejsca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Sieć: stabilne łącze (mniej błędów pobierania)</a:t>
            </a:r>
          </a:p>
          <a:p>
            <a:pPr marL="0" indent="0">
              <a:buNone/>
            </a:pPr>
            <a:r>
              <a:rPr lang="pl-PL" sz="2500" b="1" dirty="0">
                <a:solidFill>
                  <a:schemeClr val="bg1"/>
                </a:solidFill>
              </a:rPr>
              <a:t>		Uwagi wydajnościowe: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Trenowanie SARIMA na dziennych danych 10+ lat może trwać długo (minuty), dlatego w aplikacji jest: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Tryb tygodniowy (mniej punktów),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Tryb szybki (mało konfiguracji do przetestowania),</a:t>
            </a:r>
          </a:p>
          <a:p>
            <a:pPr lvl="0"/>
            <a:r>
              <a:rPr lang="pl-PL" sz="2500" b="1" dirty="0">
                <a:solidFill>
                  <a:schemeClr val="bg1"/>
                </a:solidFill>
              </a:rPr>
              <a:t>cache danych (przyspiesza kolejne uruchomienia).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006127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6F7F9-9D60-E947-CCA3-D74F1E6E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5E0CC0-30D9-9492-4B60-279027FF3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991086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pl-PL" sz="5400" dirty="0"/>
              <a:t>Dziękujemy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FAB80B8-FADF-E914-F3B3-422C2BFC0555}"/>
              </a:ext>
            </a:extLst>
          </p:cNvPr>
          <p:cNvSpPr txBox="1"/>
          <p:nvPr/>
        </p:nvSpPr>
        <p:spPr>
          <a:xfrm>
            <a:off x="8803603" y="5718999"/>
            <a:ext cx="32944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l-PL" dirty="0"/>
              <a:t>N52-11</a:t>
            </a:r>
          </a:p>
          <a:p>
            <a:pPr algn="r"/>
            <a:r>
              <a:rPr lang="pl-PL" dirty="0"/>
              <a:t>Rok 2025/2026</a:t>
            </a:r>
          </a:p>
          <a:p>
            <a:pPr algn="r"/>
            <a:r>
              <a:rPr lang="pl-PL" dirty="0"/>
              <a:t>Inżynieria Oprogramowania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47B06DF-D0F5-209D-D326-F50C5968DB41}"/>
              </a:ext>
            </a:extLst>
          </p:cNvPr>
          <p:cNvSpPr txBox="1"/>
          <p:nvPr/>
        </p:nvSpPr>
        <p:spPr>
          <a:xfrm>
            <a:off x="93905" y="5257334"/>
            <a:ext cx="37700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/>
              <a:t>Sławomir Kobyłko</a:t>
            </a:r>
          </a:p>
          <a:p>
            <a:r>
              <a:rPr lang="pl-PL" sz="2800" dirty="0"/>
              <a:t>Wojciech Czarnecki</a:t>
            </a:r>
          </a:p>
          <a:p>
            <a:r>
              <a:rPr lang="pl-PL" sz="2800" dirty="0"/>
              <a:t>Miłosz Furman</a:t>
            </a:r>
          </a:p>
        </p:txBody>
      </p:sp>
    </p:spTree>
    <p:extLst>
      <p:ext uri="{BB962C8B-B14F-4D97-AF65-F5344CB8AC3E}">
        <p14:creationId xmlns:p14="http://schemas.microsoft.com/office/powerpoint/2010/main" val="2525057236"/>
      </p:ext>
    </p:extLst>
  </p:cSld>
  <p:clrMapOvr>
    <a:masterClrMapping/>
  </p:clrMapOvr>
</p:sld>
</file>

<file path=ppt/theme/theme1.xml><?xml version="1.0" encoding="utf-8"?>
<a:theme xmlns:a="http://schemas.openxmlformats.org/drawingml/2006/main" name="Wycinek">
  <a:themeElements>
    <a:clrScheme name="Wycinek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Wycine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ycine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644</TotalTime>
  <Words>1634</Words>
  <Application>Microsoft Office PowerPoint</Application>
  <PresentationFormat>Panoramiczny</PresentationFormat>
  <Paragraphs>261</Paragraphs>
  <Slides>38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3" baseType="lpstr">
      <vt:lpstr>Aptos</vt:lpstr>
      <vt:lpstr>Arial</vt:lpstr>
      <vt:lpstr>Century Gothic</vt:lpstr>
      <vt:lpstr>Wingdings 3</vt:lpstr>
      <vt:lpstr>Wycinek</vt:lpstr>
      <vt:lpstr>Aplikacja do prognozowania cen złota względem dolara</vt:lpstr>
      <vt:lpstr>Klauzula informacyjna / Disclaimer Prezentowana aplikacja ma charakter wyłącznie edukacyjny i demonstracyjny.  Prognozy cen złota generowane przez model nie stanowią rekomendacji inwestycyjnych, finansowych ani ekonomicznych.  Autorzy nie ponoszą odpowiedzialności za decyzje podjęte na podstawie wyników aplikacji.</vt:lpstr>
      <vt:lpstr>Cel aplikacji</vt:lpstr>
      <vt:lpstr>Agenda</vt:lpstr>
      <vt:lpstr>Kod aplikacji Fragment</vt:lpstr>
      <vt:lpstr>Kod aplikacji Fragment</vt:lpstr>
      <vt:lpstr>Kod aplikacji Fragment</vt:lpstr>
      <vt:lpstr>Dlaczego czat gpt ?</vt:lpstr>
      <vt:lpstr>Aplikacja GOLDPREDICT</vt:lpstr>
      <vt:lpstr>Architektura aplikacji</vt:lpstr>
      <vt:lpstr>Aplikacja do prognozowania</vt:lpstr>
      <vt:lpstr>API – Yahoo finance</vt:lpstr>
      <vt:lpstr>Ograniczenia Yahoo finance</vt:lpstr>
      <vt:lpstr>Zalety korzystania z Yahoo finance</vt:lpstr>
      <vt:lpstr>Komunikacja API z Yahoo finance</vt:lpstr>
      <vt:lpstr>SARIMA</vt:lpstr>
      <vt:lpstr>SArima</vt:lpstr>
      <vt:lpstr>SArima</vt:lpstr>
      <vt:lpstr>SArima</vt:lpstr>
      <vt:lpstr>sarima</vt:lpstr>
      <vt:lpstr>Generowanie prognozy</vt:lpstr>
      <vt:lpstr>Generowanie prognozy</vt:lpstr>
      <vt:lpstr>Przykładowy wynik prognozy</vt:lpstr>
      <vt:lpstr>Interfejs użytkownika</vt:lpstr>
      <vt:lpstr>Funkcjonalności interfejsu</vt:lpstr>
      <vt:lpstr>Funkcjonalności interfejsu</vt:lpstr>
      <vt:lpstr>FunkcjonalnośCi interfejsu</vt:lpstr>
      <vt:lpstr>Funkcjonalności interfejsu</vt:lpstr>
      <vt:lpstr>Bilbioteki i narzędzia użyte w aplikacji</vt:lpstr>
      <vt:lpstr>Python</vt:lpstr>
      <vt:lpstr>Pandas</vt:lpstr>
      <vt:lpstr>Statsmodels</vt:lpstr>
      <vt:lpstr>streamlit</vt:lpstr>
      <vt:lpstr>Numpy</vt:lpstr>
      <vt:lpstr>matplotlib</vt:lpstr>
      <vt:lpstr>podsumowanie</vt:lpstr>
      <vt:lpstr>Wymagania sprzętowe</vt:lpstr>
      <vt:lpstr>Dziękujemy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Aplikacja do prognozowania cen złota względem dolara</dc:title>
  <dc:creator>Sławomir Kobyłko</dc:creator>
  <cp:lastModifiedBy>Wojciech Czarnecki</cp:lastModifiedBy>
  <cp:revision>12</cp:revision>
  <dcterms:created xsi:type="dcterms:W3CDTF">2025-10-03T19:36:59Z</dcterms:created>
  <dcterms:modified xsi:type="dcterms:W3CDTF">2025-12-14T11:09:25Z</dcterms:modified>
</cp:coreProperties>
</file>